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73" r:id="rId5"/>
    <p:sldId id="280" r:id="rId6"/>
    <p:sldId id="277" r:id="rId7"/>
    <p:sldId id="282" r:id="rId8"/>
    <p:sldId id="286" r:id="rId9"/>
    <p:sldId id="295" r:id="rId10"/>
    <p:sldId id="289" r:id="rId11"/>
    <p:sldId id="296" r:id="rId12"/>
    <p:sldId id="293" r:id="rId13"/>
    <p:sldId id="288" r:id="rId14"/>
    <p:sldId id="285" r:id="rId15"/>
    <p:sldId id="290" r:id="rId16"/>
    <p:sldId id="294" r:id="rId17"/>
  </p:sldIdLst>
  <p:sldSz cx="12192000" cy="6858000"/>
  <p:notesSz cx="6858000" cy="9144000"/>
  <p:defaultTextStyle>
    <a:defPPr rtl="0">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8BEB2"/>
    <a:srgbClr val="753F2D"/>
    <a:srgbClr val="5E3324"/>
    <a:srgbClr val="8A4C34"/>
    <a:srgbClr val="815550"/>
    <a:srgbClr val="A3573E"/>
    <a:srgbClr val="E7E6E6"/>
    <a:srgbClr val="C28D6D"/>
    <a:srgbClr val="D2986F"/>
    <a:srgbClr val="333B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B172F-B876-32A4-E018-2496327840BC}" v="368" dt="2025-11-14T12:50:57.508"/>
    <p1510:client id="{3F75ADE4-B2B4-CB81-32B4-71690B9974D6}" v="295" dt="2025-11-13T21:52:23.660"/>
    <p1510:client id="{405B4464-74D6-76F7-1E64-E16E8E099A7D}" v="193" dt="2025-11-14T00:05:50.836"/>
    <p1510:client id="{5AA4D9FF-E0A4-6A7C-BD46-78E5F99BE88A}" v="278" dt="2025-11-14T00:09:29.862"/>
    <p1510:client id="{B0F1DB7F-52BA-F2EE-BFDA-6A03B65B7993}" v="42" dt="2025-11-14T12:45:50.425"/>
    <p1510:client id="{FAD50D26-0ECF-4752-90F9-F211C3E039D2}" v="80" dt="2025-11-14T14:13:29.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2" d="100"/>
          <a:sy n="62" d="100"/>
        </p:scale>
        <p:origin x="1459" y="432"/>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cd4481eb-7a1b-4014-a4b5-9a6356f6c062::" providerId="AD" clId="Web-{2A4B172F-B876-32A4-E018-2496327840BC}"/>
    <pc:docChg chg="modSld">
      <pc:chgData name="Guest User" userId="S::urn:spo:tenantanon#cd4481eb-7a1b-4014-a4b5-9a6356f6c062::" providerId="AD" clId="Web-{2A4B172F-B876-32A4-E018-2496327840BC}" dt="2025-11-14T12:50:57.508" v="366" actId="14100"/>
      <pc:docMkLst>
        <pc:docMk/>
      </pc:docMkLst>
      <pc:sldChg chg="modSp">
        <pc:chgData name="Guest User" userId="S::urn:spo:tenantanon#cd4481eb-7a1b-4014-a4b5-9a6356f6c062::" providerId="AD" clId="Web-{2A4B172F-B876-32A4-E018-2496327840BC}" dt="2025-11-14T12:50:57.508" v="366" actId="14100"/>
        <pc:sldMkLst>
          <pc:docMk/>
          <pc:sldMk cId="4210265216" sldId="282"/>
        </pc:sldMkLst>
        <pc:spChg chg="mod">
          <ac:chgData name="Guest User" userId="S::urn:spo:tenantanon#cd4481eb-7a1b-4014-a4b5-9a6356f6c062::" providerId="AD" clId="Web-{2A4B172F-B876-32A4-E018-2496327840BC}" dt="2025-11-14T12:50:57.508" v="366" actId="14100"/>
          <ac:spMkLst>
            <pc:docMk/>
            <pc:sldMk cId="4210265216" sldId="282"/>
            <ac:spMk id="7" creationId="{EC85E244-164B-0C70-1E40-0229C18B7296}"/>
          </ac:spMkLst>
        </pc:spChg>
      </pc:sldChg>
      <pc:sldChg chg="delSp modSp">
        <pc:chgData name="Guest User" userId="S::urn:spo:tenantanon#cd4481eb-7a1b-4014-a4b5-9a6356f6c062::" providerId="AD" clId="Web-{2A4B172F-B876-32A4-E018-2496327840BC}" dt="2025-11-14T11:04:26.081" v="365" actId="20577"/>
        <pc:sldMkLst>
          <pc:docMk/>
          <pc:sldMk cId="1068901520" sldId="293"/>
        </pc:sldMkLst>
        <pc:spChg chg="del">
          <ac:chgData name="Guest User" userId="S::urn:spo:tenantanon#cd4481eb-7a1b-4014-a4b5-9a6356f6c062::" providerId="AD" clId="Web-{2A4B172F-B876-32A4-E018-2496327840BC}" dt="2025-11-14T11:03:33.236" v="351"/>
          <ac:spMkLst>
            <pc:docMk/>
            <pc:sldMk cId="1068901520" sldId="293"/>
            <ac:spMk id="5" creationId="{848063D0-1D89-AD5F-4830-07721910B5AA}"/>
          </ac:spMkLst>
        </pc:spChg>
        <pc:spChg chg="del">
          <ac:chgData name="Guest User" userId="S::urn:spo:tenantanon#cd4481eb-7a1b-4014-a4b5-9a6356f6c062::" providerId="AD" clId="Web-{2A4B172F-B876-32A4-E018-2496327840BC}" dt="2025-11-14T10:32:11.285" v="1"/>
          <ac:spMkLst>
            <pc:docMk/>
            <pc:sldMk cId="1068901520" sldId="293"/>
            <ac:spMk id="6" creationId="{9FC89D1F-AE20-EE3A-B21D-5583BC00E2C8}"/>
          </ac:spMkLst>
        </pc:spChg>
        <pc:spChg chg="mod">
          <ac:chgData name="Guest User" userId="S::urn:spo:tenantanon#cd4481eb-7a1b-4014-a4b5-9a6356f6c062::" providerId="AD" clId="Web-{2A4B172F-B876-32A4-E018-2496327840BC}" dt="2025-11-14T11:04:26.081" v="365" actId="20577"/>
          <ac:spMkLst>
            <pc:docMk/>
            <pc:sldMk cId="1068901520" sldId="293"/>
            <ac:spMk id="7" creationId="{D0B7A73C-7610-18E5-93B7-366B5A2D4BA0}"/>
          </ac:spMkLst>
        </pc:spChg>
        <pc:spChg chg="del">
          <ac:chgData name="Guest User" userId="S::urn:spo:tenantanon#cd4481eb-7a1b-4014-a4b5-9a6356f6c062::" providerId="AD" clId="Web-{2A4B172F-B876-32A4-E018-2496327840BC}" dt="2025-11-14T10:32:11.285" v="0"/>
          <ac:spMkLst>
            <pc:docMk/>
            <pc:sldMk cId="1068901520" sldId="293"/>
            <ac:spMk id="8" creationId="{2B0FD5FF-0C47-6A80-0382-389460B17D26}"/>
          </ac:spMkLst>
        </pc:spChg>
      </pc:sldChg>
    </pc:docChg>
  </pc:docChgLst>
  <pc:docChgLst>
    <pc:chgData name="Guest User" userId="S::urn:spo:tenantanon#cd4481eb-7a1b-4014-a4b5-9a6356f6c062::" providerId="AD" clId="Web-{247C74DC-F8C5-8724-8B76-C1EFFFEF59EE}"/>
    <pc:docChg chg="addSld modSld sldOrd">
      <pc:chgData name="Guest User" userId="S::urn:spo:tenantanon#cd4481eb-7a1b-4014-a4b5-9a6356f6c062::" providerId="AD" clId="Web-{247C74DC-F8C5-8724-8B76-C1EFFFEF59EE}" dt="2025-11-13T09:43:15.461" v="698" actId="20577"/>
      <pc:docMkLst>
        <pc:docMk/>
      </pc:docMkLst>
      <pc:sldChg chg="modSp">
        <pc:chgData name="Guest User" userId="S::urn:spo:tenantanon#cd4481eb-7a1b-4014-a4b5-9a6356f6c062::" providerId="AD" clId="Web-{247C74DC-F8C5-8724-8B76-C1EFFFEF59EE}" dt="2025-11-13T09:30:58.714" v="397" actId="20577"/>
        <pc:sldMkLst>
          <pc:docMk/>
          <pc:sldMk cId="3979194062" sldId="277"/>
        </pc:sldMkLst>
        <pc:spChg chg="mod">
          <ac:chgData name="Guest User" userId="S::urn:spo:tenantanon#cd4481eb-7a1b-4014-a4b5-9a6356f6c062::" providerId="AD" clId="Web-{247C74DC-F8C5-8724-8B76-C1EFFFEF59EE}" dt="2025-11-13T09:30:58.714" v="397" actId="20577"/>
          <ac:spMkLst>
            <pc:docMk/>
            <pc:sldMk cId="3979194062" sldId="277"/>
            <ac:spMk id="2" creationId="{A98BDE3D-CB39-03D2-545F-5283024761BD}"/>
          </ac:spMkLst>
        </pc:spChg>
        <pc:spChg chg="mod">
          <ac:chgData name="Guest User" userId="S::urn:spo:tenantanon#cd4481eb-7a1b-4014-a4b5-9a6356f6c062::" providerId="AD" clId="Web-{247C74DC-F8C5-8724-8B76-C1EFFFEF59EE}" dt="2025-11-13T09:28:24.103" v="378" actId="20577"/>
          <ac:spMkLst>
            <pc:docMk/>
            <pc:sldMk cId="3979194062" sldId="277"/>
            <ac:spMk id="5" creationId="{51683C73-2637-AC0E-5A6B-47B6C6CB9E2A}"/>
          </ac:spMkLst>
        </pc:spChg>
      </pc:sldChg>
      <pc:sldChg chg="addSp modSp ord">
        <pc:chgData name="Guest User" userId="S::urn:spo:tenantanon#cd4481eb-7a1b-4014-a4b5-9a6356f6c062::" providerId="AD" clId="Web-{247C74DC-F8C5-8724-8B76-C1EFFFEF59EE}" dt="2025-11-13T09:18:38.432" v="26"/>
        <pc:sldMkLst>
          <pc:docMk/>
          <pc:sldMk cId="4122396240" sldId="280"/>
        </pc:sldMkLst>
        <pc:spChg chg="add mod">
          <ac:chgData name="Guest User" userId="S::urn:spo:tenantanon#cd4481eb-7a1b-4014-a4b5-9a6356f6c062::" providerId="AD" clId="Web-{247C74DC-F8C5-8724-8B76-C1EFFFEF59EE}" dt="2025-11-13T09:18:38.354" v="25" actId="20577"/>
          <ac:spMkLst>
            <pc:docMk/>
            <pc:sldMk cId="4122396240" sldId="280"/>
            <ac:spMk id="3" creationId="{5C1A7912-CE86-F89A-0D89-A62574E36413}"/>
          </ac:spMkLst>
        </pc:spChg>
        <pc:spChg chg="mod">
          <ac:chgData name="Guest User" userId="S::urn:spo:tenantanon#cd4481eb-7a1b-4014-a4b5-9a6356f6c062::" providerId="AD" clId="Web-{247C74DC-F8C5-8724-8B76-C1EFFFEF59EE}" dt="2025-11-13T09:17:23.573" v="0" actId="20577"/>
          <ac:spMkLst>
            <pc:docMk/>
            <pc:sldMk cId="4122396240" sldId="280"/>
            <ac:spMk id="16" creationId="{A60D02BC-F38A-49A2-C42C-EA452FC12D02}"/>
          </ac:spMkLst>
        </pc:spChg>
        <pc:spChg chg="mod">
          <ac:chgData name="Guest User" userId="S::urn:spo:tenantanon#cd4481eb-7a1b-4014-a4b5-9a6356f6c062::" providerId="AD" clId="Web-{247C74DC-F8C5-8724-8B76-C1EFFFEF59EE}" dt="2025-11-13T09:17:30.323" v="1" actId="20577"/>
          <ac:spMkLst>
            <pc:docMk/>
            <pc:sldMk cId="4122396240" sldId="280"/>
            <ac:spMk id="18" creationId="{79A8E7AD-2E65-95BD-3625-1EE43E655563}"/>
          </ac:spMkLst>
        </pc:spChg>
        <pc:spChg chg="mod">
          <ac:chgData name="Guest User" userId="S::urn:spo:tenantanon#cd4481eb-7a1b-4014-a4b5-9a6356f6c062::" providerId="AD" clId="Web-{247C74DC-F8C5-8724-8B76-C1EFFFEF59EE}" dt="2025-11-13T09:17:46.948" v="8" actId="20577"/>
          <ac:spMkLst>
            <pc:docMk/>
            <pc:sldMk cId="4122396240" sldId="280"/>
            <ac:spMk id="23" creationId="{813D4E34-28D1-3E79-C89F-B32F08209184}"/>
          </ac:spMkLst>
        </pc:spChg>
      </pc:sldChg>
      <pc:sldChg chg="delSp modSp new">
        <pc:chgData name="Guest User" userId="S::urn:spo:tenantanon#cd4481eb-7a1b-4014-a4b5-9a6356f6c062::" providerId="AD" clId="Web-{247C74DC-F8C5-8724-8B76-C1EFFFEF59EE}" dt="2025-11-13T09:43:15.461" v="698" actId="20577"/>
        <pc:sldMkLst>
          <pc:docMk/>
          <pc:sldMk cId="4210265216" sldId="282"/>
        </pc:sldMkLst>
        <pc:spChg chg="mod">
          <ac:chgData name="Guest User" userId="S::urn:spo:tenantanon#cd4481eb-7a1b-4014-a4b5-9a6356f6c062::" providerId="AD" clId="Web-{247C74DC-F8C5-8724-8B76-C1EFFFEF59EE}" dt="2025-11-13T09:33:34.762" v="411" actId="1076"/>
          <ac:spMkLst>
            <pc:docMk/>
            <pc:sldMk cId="4210265216" sldId="282"/>
            <ac:spMk id="2" creationId="{94BCFD6D-95E8-13E5-5C1E-A33DB0C03516}"/>
          </ac:spMkLst>
        </pc:spChg>
        <pc:spChg chg="mod">
          <ac:chgData name="Guest User" userId="S::urn:spo:tenantanon#cd4481eb-7a1b-4014-a4b5-9a6356f6c062::" providerId="AD" clId="Web-{247C74DC-F8C5-8724-8B76-C1EFFFEF59EE}" dt="2025-11-13T09:31:15.198" v="398" actId="20577"/>
          <ac:spMkLst>
            <pc:docMk/>
            <pc:sldMk cId="4210265216" sldId="282"/>
            <ac:spMk id="4" creationId="{008677BB-B3E2-5DA1-DDCA-F97379A0E43A}"/>
          </ac:spMkLst>
        </pc:spChg>
        <pc:spChg chg="del">
          <ac:chgData name="Guest User" userId="S::urn:spo:tenantanon#cd4481eb-7a1b-4014-a4b5-9a6356f6c062::" providerId="AD" clId="Web-{247C74DC-F8C5-8724-8B76-C1EFFFEF59EE}" dt="2025-11-13T09:31:28.058" v="399"/>
          <ac:spMkLst>
            <pc:docMk/>
            <pc:sldMk cId="4210265216" sldId="282"/>
            <ac:spMk id="5" creationId="{A97C2E5D-3DF3-D5BC-7141-EDA73B40D264}"/>
          </ac:spMkLst>
        </pc:spChg>
        <pc:spChg chg="del">
          <ac:chgData name="Guest User" userId="S::urn:spo:tenantanon#cd4481eb-7a1b-4014-a4b5-9a6356f6c062::" providerId="AD" clId="Web-{247C74DC-F8C5-8724-8B76-C1EFFFEF59EE}" dt="2025-11-13T09:31:29.214" v="400"/>
          <ac:spMkLst>
            <pc:docMk/>
            <pc:sldMk cId="4210265216" sldId="282"/>
            <ac:spMk id="6" creationId="{B51AD167-AE9D-212A-2F82-ABFF7A19CF8B}"/>
          </ac:spMkLst>
        </pc:spChg>
        <pc:spChg chg="mod">
          <ac:chgData name="Guest User" userId="S::urn:spo:tenantanon#cd4481eb-7a1b-4014-a4b5-9a6356f6c062::" providerId="AD" clId="Web-{247C74DC-F8C5-8724-8B76-C1EFFFEF59EE}" dt="2025-11-13T09:43:15.461" v="698" actId="20577"/>
          <ac:spMkLst>
            <pc:docMk/>
            <pc:sldMk cId="4210265216" sldId="282"/>
            <ac:spMk id="7" creationId="{EC85E244-164B-0C70-1E40-0229C18B7296}"/>
          </ac:spMkLst>
        </pc:spChg>
        <pc:spChg chg="del">
          <ac:chgData name="Guest User" userId="S::urn:spo:tenantanon#cd4481eb-7a1b-4014-a4b5-9a6356f6c062::" providerId="AD" clId="Web-{247C74DC-F8C5-8724-8B76-C1EFFFEF59EE}" dt="2025-11-13T09:31:31.042" v="401"/>
          <ac:spMkLst>
            <pc:docMk/>
            <pc:sldMk cId="4210265216" sldId="282"/>
            <ac:spMk id="8" creationId="{7303AAFA-5A4C-B791-3684-4EFCA3B472EA}"/>
          </ac:spMkLst>
        </pc:spChg>
      </pc:sldChg>
    </pc:docChg>
  </pc:docChgLst>
  <pc:docChgLst>
    <pc:chgData name="Girsy Guzmán Garcia" userId="818ba299-8825-48db-b9e7-c9105b1cca7e" providerId="ADAL" clId="{05901C7D-4153-4ED3-91CD-625FC159EEF6}"/>
    <pc:docChg chg="undo custSel addSld delSld modSld sldOrd">
      <pc:chgData name="Girsy Guzmán Garcia" userId="818ba299-8825-48db-b9e7-c9105b1cca7e" providerId="ADAL" clId="{05901C7D-4153-4ED3-91CD-625FC159EEF6}" dt="2025-11-14T14:15:23.002" v="132" actId="1076"/>
      <pc:docMkLst>
        <pc:docMk/>
      </pc:docMkLst>
      <pc:sldChg chg="del">
        <pc:chgData name="Girsy Guzmán Garcia" userId="818ba299-8825-48db-b9e7-c9105b1cca7e" providerId="ADAL" clId="{05901C7D-4153-4ED3-91CD-625FC159EEF6}" dt="2025-11-14T00:54:43.914" v="88" actId="47"/>
        <pc:sldMkLst>
          <pc:docMk/>
          <pc:sldMk cId="2614370193" sldId="283"/>
        </pc:sldMkLst>
      </pc:sldChg>
      <pc:sldChg chg="modSp mod">
        <pc:chgData name="Girsy Guzmán Garcia" userId="818ba299-8825-48db-b9e7-c9105b1cca7e" providerId="ADAL" clId="{05901C7D-4153-4ED3-91CD-625FC159EEF6}" dt="2025-11-14T00:14:15.453" v="75" actId="20577"/>
        <pc:sldMkLst>
          <pc:docMk/>
          <pc:sldMk cId="425653353" sldId="285"/>
        </pc:sldMkLst>
        <pc:spChg chg="mod">
          <ac:chgData name="Girsy Guzmán Garcia" userId="818ba299-8825-48db-b9e7-c9105b1cca7e" providerId="ADAL" clId="{05901C7D-4153-4ED3-91CD-625FC159EEF6}" dt="2025-11-14T00:11:10.116" v="36" actId="1076"/>
          <ac:spMkLst>
            <pc:docMk/>
            <pc:sldMk cId="425653353" sldId="285"/>
            <ac:spMk id="3" creationId="{9C6EB61F-E27E-1DCD-AD1F-20E7917AFDE8}"/>
          </ac:spMkLst>
        </pc:spChg>
        <pc:spChg chg="mod">
          <ac:chgData name="Girsy Guzmán Garcia" userId="818ba299-8825-48db-b9e7-c9105b1cca7e" providerId="ADAL" clId="{05901C7D-4153-4ED3-91CD-625FC159EEF6}" dt="2025-11-14T00:10:12.025" v="32" actId="1076"/>
          <ac:spMkLst>
            <pc:docMk/>
            <pc:sldMk cId="425653353" sldId="285"/>
            <ac:spMk id="4" creationId="{F6D596D7-0A70-7F86-3D9A-5EFE5DA2170A}"/>
          </ac:spMkLst>
        </pc:spChg>
        <pc:spChg chg="mod">
          <ac:chgData name="Girsy Guzmán Garcia" userId="818ba299-8825-48db-b9e7-c9105b1cca7e" providerId="ADAL" clId="{05901C7D-4153-4ED3-91CD-625FC159EEF6}" dt="2025-11-14T00:12:27.046" v="43" actId="1076"/>
          <ac:spMkLst>
            <pc:docMk/>
            <pc:sldMk cId="425653353" sldId="285"/>
            <ac:spMk id="5" creationId="{93540B3C-1507-BC3C-A5AB-1D8B839A193F}"/>
          </ac:spMkLst>
        </pc:spChg>
        <pc:spChg chg="mod">
          <ac:chgData name="Girsy Guzmán Garcia" userId="818ba299-8825-48db-b9e7-c9105b1cca7e" providerId="ADAL" clId="{05901C7D-4153-4ED3-91CD-625FC159EEF6}" dt="2025-11-14T00:14:15.453" v="75" actId="20577"/>
          <ac:spMkLst>
            <pc:docMk/>
            <pc:sldMk cId="425653353" sldId="285"/>
            <ac:spMk id="6" creationId="{74182F24-493C-FB7F-D277-6FC36E5B961E}"/>
          </ac:spMkLst>
        </pc:spChg>
        <pc:spChg chg="mod">
          <ac:chgData name="Girsy Guzmán Garcia" userId="818ba299-8825-48db-b9e7-c9105b1cca7e" providerId="ADAL" clId="{05901C7D-4153-4ED3-91CD-625FC159EEF6}" dt="2025-11-14T00:12:45.114" v="46" actId="20577"/>
          <ac:spMkLst>
            <pc:docMk/>
            <pc:sldMk cId="425653353" sldId="285"/>
            <ac:spMk id="7" creationId="{D8C408AF-CD85-4B51-8C0A-37650FE5D0D6}"/>
          </ac:spMkLst>
        </pc:spChg>
        <pc:spChg chg="mod">
          <ac:chgData name="Girsy Guzmán Garcia" userId="818ba299-8825-48db-b9e7-c9105b1cca7e" providerId="ADAL" clId="{05901C7D-4153-4ED3-91CD-625FC159EEF6}" dt="2025-11-14T00:12:55.448" v="49" actId="20577"/>
          <ac:spMkLst>
            <pc:docMk/>
            <pc:sldMk cId="425653353" sldId="285"/>
            <ac:spMk id="8" creationId="{9805CB9B-8EB0-F3BE-8332-1B354E897B97}"/>
          </ac:spMkLst>
        </pc:spChg>
        <pc:spChg chg="mod">
          <ac:chgData name="Girsy Guzmán Garcia" userId="818ba299-8825-48db-b9e7-c9105b1cca7e" providerId="ADAL" clId="{05901C7D-4153-4ED3-91CD-625FC159EEF6}" dt="2025-11-14T00:12:27.046" v="43" actId="1076"/>
          <ac:spMkLst>
            <pc:docMk/>
            <pc:sldMk cId="425653353" sldId="285"/>
            <ac:spMk id="11" creationId="{BDBEB3EF-2080-B98C-C55A-29C623AFA084}"/>
          </ac:spMkLst>
        </pc:spChg>
        <pc:spChg chg="mod">
          <ac:chgData name="Girsy Guzmán Garcia" userId="818ba299-8825-48db-b9e7-c9105b1cca7e" providerId="ADAL" clId="{05901C7D-4153-4ED3-91CD-625FC159EEF6}" dt="2025-11-14T00:14:09.068" v="65" actId="313"/>
          <ac:spMkLst>
            <pc:docMk/>
            <pc:sldMk cId="425653353" sldId="285"/>
            <ac:spMk id="13" creationId="{81B42DC8-62F5-A80F-5064-F35535525B08}"/>
          </ac:spMkLst>
        </pc:spChg>
      </pc:sldChg>
      <pc:sldChg chg="addSp delSp modSp mod">
        <pc:chgData name="Girsy Guzmán Garcia" userId="818ba299-8825-48db-b9e7-c9105b1cca7e" providerId="ADAL" clId="{05901C7D-4153-4ED3-91CD-625FC159EEF6}" dt="2025-11-14T00:16:37.913" v="85"/>
        <pc:sldMkLst>
          <pc:docMk/>
          <pc:sldMk cId="107321218" sldId="288"/>
        </pc:sldMkLst>
        <pc:spChg chg="del">
          <ac:chgData name="Girsy Guzmán Garcia" userId="818ba299-8825-48db-b9e7-c9105b1cca7e" providerId="ADAL" clId="{05901C7D-4153-4ED3-91CD-625FC159EEF6}" dt="2025-11-14T00:16:37.415" v="84" actId="478"/>
          <ac:spMkLst>
            <pc:docMk/>
            <pc:sldMk cId="107321218" sldId="288"/>
            <ac:spMk id="2" creationId="{9CB9DE86-65C9-6C80-05E0-53915833E89D}"/>
          </ac:spMkLst>
        </pc:spChg>
        <pc:spChg chg="add mod">
          <ac:chgData name="Girsy Guzmán Garcia" userId="818ba299-8825-48db-b9e7-c9105b1cca7e" providerId="ADAL" clId="{05901C7D-4153-4ED3-91CD-625FC159EEF6}" dt="2025-11-14T00:16:37.913" v="85"/>
          <ac:spMkLst>
            <pc:docMk/>
            <pc:sldMk cId="107321218" sldId="288"/>
            <ac:spMk id="11" creationId="{F48EF0AF-E69D-AA92-DDC2-67FB4C74996C}"/>
          </ac:spMkLst>
        </pc:spChg>
      </pc:sldChg>
      <pc:sldChg chg="modSp mod">
        <pc:chgData name="Girsy Guzmán Garcia" userId="818ba299-8825-48db-b9e7-c9105b1cca7e" providerId="ADAL" clId="{05901C7D-4153-4ED3-91CD-625FC159EEF6}" dt="2025-11-14T00:14:38.360" v="77" actId="1076"/>
        <pc:sldMkLst>
          <pc:docMk/>
          <pc:sldMk cId="3975001896" sldId="290"/>
        </pc:sldMkLst>
        <pc:picChg chg="mod">
          <ac:chgData name="Girsy Guzmán Garcia" userId="818ba299-8825-48db-b9e7-c9105b1cca7e" providerId="ADAL" clId="{05901C7D-4153-4ED3-91CD-625FC159EEF6}" dt="2025-11-14T00:14:38.360" v="77" actId="1076"/>
          <ac:picMkLst>
            <pc:docMk/>
            <pc:sldMk cId="3975001896" sldId="290"/>
            <ac:picMk id="13" creationId="{14418CE4-4BE6-6881-B60E-42EF44CE60B1}"/>
          </ac:picMkLst>
        </pc:picChg>
      </pc:sldChg>
      <pc:sldChg chg="del">
        <pc:chgData name="Girsy Guzmán Garcia" userId="818ba299-8825-48db-b9e7-c9105b1cca7e" providerId="ADAL" clId="{05901C7D-4153-4ED3-91CD-625FC159EEF6}" dt="2025-11-14T00:15:46.009" v="78" actId="47"/>
        <pc:sldMkLst>
          <pc:docMk/>
          <pc:sldMk cId="387963748" sldId="291"/>
        </pc:sldMkLst>
      </pc:sldChg>
      <pc:sldChg chg="del">
        <pc:chgData name="Girsy Guzmán Garcia" userId="818ba299-8825-48db-b9e7-c9105b1cca7e" providerId="ADAL" clId="{05901C7D-4153-4ED3-91CD-625FC159EEF6}" dt="2025-11-14T00:15:51.975" v="80" actId="47"/>
        <pc:sldMkLst>
          <pc:docMk/>
          <pc:sldMk cId="3992409236" sldId="292"/>
        </pc:sldMkLst>
      </pc:sldChg>
      <pc:sldChg chg="addSp delSp modSp mod">
        <pc:chgData name="Girsy Guzmán Garcia" userId="818ba299-8825-48db-b9e7-c9105b1cca7e" providerId="ADAL" clId="{05901C7D-4153-4ED3-91CD-625FC159EEF6}" dt="2025-11-14T00:16:43.280" v="87"/>
        <pc:sldMkLst>
          <pc:docMk/>
          <pc:sldMk cId="1068901520" sldId="293"/>
        </pc:sldMkLst>
        <pc:spChg chg="del">
          <ac:chgData name="Girsy Guzmán Garcia" userId="818ba299-8825-48db-b9e7-c9105b1cca7e" providerId="ADAL" clId="{05901C7D-4153-4ED3-91CD-625FC159EEF6}" dt="2025-11-14T00:16:42.819" v="86" actId="478"/>
          <ac:spMkLst>
            <pc:docMk/>
            <pc:sldMk cId="1068901520" sldId="293"/>
            <ac:spMk id="2" creationId="{C35E7354-9730-24A0-D356-1E0C6F6FF573}"/>
          </ac:spMkLst>
        </pc:spChg>
        <pc:spChg chg="add mod">
          <ac:chgData name="Girsy Guzmán Garcia" userId="818ba299-8825-48db-b9e7-c9105b1cca7e" providerId="ADAL" clId="{05901C7D-4153-4ED3-91CD-625FC159EEF6}" dt="2025-11-14T00:16:43.280" v="87"/>
          <ac:spMkLst>
            <pc:docMk/>
            <pc:sldMk cId="1068901520" sldId="293"/>
            <ac:spMk id="9" creationId="{9146ABBA-4A86-CF33-1FCC-B6B24D2D1D3A}"/>
          </ac:spMkLst>
        </pc:spChg>
      </pc:sldChg>
      <pc:sldChg chg="addSp delSp modSp new mod ord">
        <pc:chgData name="Girsy Guzmán Garcia" userId="818ba299-8825-48db-b9e7-c9105b1cca7e" providerId="ADAL" clId="{05901C7D-4153-4ED3-91CD-625FC159EEF6}" dt="2025-11-14T14:15:23.002" v="132" actId="1076"/>
        <pc:sldMkLst>
          <pc:docMk/>
          <pc:sldMk cId="198873596" sldId="294"/>
        </pc:sldMkLst>
        <pc:spChg chg="mod">
          <ac:chgData name="Girsy Guzmán Garcia" userId="818ba299-8825-48db-b9e7-c9105b1cca7e" providerId="ADAL" clId="{05901C7D-4153-4ED3-91CD-625FC159EEF6}" dt="2025-11-14T14:12:55.771" v="113" actId="1076"/>
          <ac:spMkLst>
            <pc:docMk/>
            <pc:sldMk cId="198873596" sldId="294"/>
            <ac:spMk id="2" creationId="{9296E45B-8CD5-57F0-D69E-573E1280FE1F}"/>
          </ac:spMkLst>
        </pc:spChg>
        <pc:spChg chg="add mod">
          <ac:chgData name="Girsy Guzmán Garcia" userId="818ba299-8825-48db-b9e7-c9105b1cca7e" providerId="ADAL" clId="{05901C7D-4153-4ED3-91CD-625FC159EEF6}" dt="2025-11-14T14:13:20.558" v="115"/>
          <ac:spMkLst>
            <pc:docMk/>
            <pc:sldMk cId="198873596" sldId="294"/>
            <ac:spMk id="3" creationId="{53F30295-124E-9F4C-1279-7CA65B954F0D}"/>
          </ac:spMkLst>
        </pc:spChg>
        <pc:spChg chg="del">
          <ac:chgData name="Girsy Guzmán Garcia" userId="818ba299-8825-48db-b9e7-c9105b1cca7e" providerId="ADAL" clId="{05901C7D-4153-4ED3-91CD-625FC159EEF6}" dt="2025-11-14T00:15:57.584" v="81" actId="478"/>
          <ac:spMkLst>
            <pc:docMk/>
            <pc:sldMk cId="198873596" sldId="294"/>
            <ac:spMk id="3" creationId="{B0DD0FC3-E66C-A881-6BE5-15852A034F16}"/>
          </ac:spMkLst>
        </pc:spChg>
        <pc:spChg chg="add mod">
          <ac:chgData name="Girsy Guzmán Garcia" userId="818ba299-8825-48db-b9e7-c9105b1cca7e" providerId="ADAL" clId="{05901C7D-4153-4ED3-91CD-625FC159EEF6}" dt="2025-11-14T14:15:23.002" v="132" actId="1076"/>
          <ac:spMkLst>
            <pc:docMk/>
            <pc:sldMk cId="198873596" sldId="294"/>
            <ac:spMk id="4" creationId="{B6114BAE-7499-9050-4C3C-9DB27746DBA7}"/>
          </ac:spMkLst>
        </pc:spChg>
        <pc:spChg chg="add del">
          <ac:chgData name="Girsy Guzmán Garcia" userId="818ba299-8825-48db-b9e7-c9105b1cca7e" providerId="ADAL" clId="{05901C7D-4153-4ED3-91CD-625FC159EEF6}" dt="2025-11-14T14:14:43.437" v="127" actId="22"/>
          <ac:spMkLst>
            <pc:docMk/>
            <pc:sldMk cId="198873596" sldId="294"/>
            <ac:spMk id="6" creationId="{B8801AAC-F272-7677-7D9E-6C5E9FC6171D}"/>
          </ac:spMkLst>
        </pc:spChg>
      </pc:sldChg>
      <pc:sldChg chg="addSp delSp modSp new mod">
        <pc:chgData name="Girsy Guzmán Garcia" userId="818ba299-8825-48db-b9e7-c9105b1cca7e" providerId="ADAL" clId="{05901C7D-4153-4ED3-91CD-625FC159EEF6}" dt="2025-11-14T14:10:12.222" v="96" actId="27614"/>
        <pc:sldMkLst>
          <pc:docMk/>
          <pc:sldMk cId="2132133548" sldId="295"/>
        </pc:sldMkLst>
        <pc:spChg chg="del">
          <ac:chgData name="Girsy Guzmán Garcia" userId="818ba299-8825-48db-b9e7-c9105b1cca7e" providerId="ADAL" clId="{05901C7D-4153-4ED3-91CD-625FC159EEF6}" dt="2025-11-14T00:54:49.758" v="90" actId="478"/>
          <ac:spMkLst>
            <pc:docMk/>
            <pc:sldMk cId="2132133548" sldId="295"/>
            <ac:spMk id="2" creationId="{B3D08F8E-1421-E2EE-7210-B9BC2C32CDF0}"/>
          </ac:spMkLst>
        </pc:spChg>
        <pc:spChg chg="del">
          <ac:chgData name="Girsy Guzmán Garcia" userId="818ba299-8825-48db-b9e7-c9105b1cca7e" providerId="ADAL" clId="{05901C7D-4153-4ED3-91CD-625FC159EEF6}" dt="2025-11-14T00:54:49.758" v="90" actId="478"/>
          <ac:spMkLst>
            <pc:docMk/>
            <pc:sldMk cId="2132133548" sldId="295"/>
            <ac:spMk id="3" creationId="{023A60ED-22D8-7AD0-456C-5AC1AD92AA82}"/>
          </ac:spMkLst>
        </pc:spChg>
        <pc:picChg chg="add mod">
          <ac:chgData name="Girsy Guzmán Garcia" userId="818ba299-8825-48db-b9e7-c9105b1cca7e" providerId="ADAL" clId="{05901C7D-4153-4ED3-91CD-625FC159EEF6}" dt="2025-11-14T14:10:12.222" v="96" actId="27614"/>
          <ac:picMkLst>
            <pc:docMk/>
            <pc:sldMk cId="2132133548" sldId="295"/>
            <ac:picMk id="3" creationId="{B273A960-A2FC-15DD-BF21-1ECB871D82EC}"/>
          </ac:picMkLst>
        </pc:picChg>
        <pc:picChg chg="add del mod">
          <ac:chgData name="Girsy Guzmán Garcia" userId="818ba299-8825-48db-b9e7-c9105b1cca7e" providerId="ADAL" clId="{05901C7D-4153-4ED3-91CD-625FC159EEF6}" dt="2025-11-14T14:09:56.719" v="94" actId="478"/>
          <ac:picMkLst>
            <pc:docMk/>
            <pc:sldMk cId="2132133548" sldId="295"/>
            <ac:picMk id="5" creationId="{F0E487D7-7DA5-ECB2-7DF4-42F7A8497570}"/>
          </ac:picMkLst>
        </pc:picChg>
      </pc:sldChg>
      <pc:sldChg chg="addSp delSp modSp new mod">
        <pc:chgData name="Girsy Guzmán Garcia" userId="818ba299-8825-48db-b9e7-c9105b1cca7e" providerId="ADAL" clId="{05901C7D-4153-4ED3-91CD-625FC159EEF6}" dt="2025-11-14T14:10:25.706" v="101" actId="962"/>
        <pc:sldMkLst>
          <pc:docMk/>
          <pc:sldMk cId="2516812242" sldId="296"/>
        </pc:sldMkLst>
        <pc:spChg chg="del">
          <ac:chgData name="Girsy Guzmán Garcia" userId="818ba299-8825-48db-b9e7-c9105b1cca7e" providerId="ADAL" clId="{05901C7D-4153-4ED3-91CD-625FC159EEF6}" dt="2025-11-14T14:10:16.992" v="98" actId="478"/>
          <ac:spMkLst>
            <pc:docMk/>
            <pc:sldMk cId="2516812242" sldId="296"/>
            <ac:spMk id="2" creationId="{6924C496-9DF8-E7C0-98DE-20021AAB2599}"/>
          </ac:spMkLst>
        </pc:spChg>
        <pc:spChg chg="del">
          <ac:chgData name="Girsy Guzmán Garcia" userId="818ba299-8825-48db-b9e7-c9105b1cca7e" providerId="ADAL" clId="{05901C7D-4153-4ED3-91CD-625FC159EEF6}" dt="2025-11-14T14:10:16.992" v="98" actId="478"/>
          <ac:spMkLst>
            <pc:docMk/>
            <pc:sldMk cId="2516812242" sldId="296"/>
            <ac:spMk id="3" creationId="{51E39611-467B-EED4-5DEA-9820C8062A8D}"/>
          </ac:spMkLst>
        </pc:spChg>
        <pc:picChg chg="add mod">
          <ac:chgData name="Girsy Guzmán Garcia" userId="818ba299-8825-48db-b9e7-c9105b1cca7e" providerId="ADAL" clId="{05901C7D-4153-4ED3-91CD-625FC159EEF6}" dt="2025-11-14T14:10:25.706" v="101" actId="962"/>
          <ac:picMkLst>
            <pc:docMk/>
            <pc:sldMk cId="2516812242" sldId="296"/>
            <ac:picMk id="5" creationId="{93B34D77-25E5-648C-022C-BE1824A935EA}"/>
          </ac:picMkLst>
        </pc:picChg>
      </pc:sldChg>
    </pc:docChg>
  </pc:docChgLst>
  <pc:docChgLst>
    <pc:chgData name="Guest User" userId="S::urn:spo:tenantanon#cd4481eb-7a1b-4014-a4b5-9a6356f6c062::" providerId="AD" clId="Web-{B0F1DB7F-52BA-F2EE-BFDA-6A03B65B7993}"/>
    <pc:docChg chg="modSld">
      <pc:chgData name="Guest User" userId="S::urn:spo:tenantanon#cd4481eb-7a1b-4014-a4b5-9a6356f6c062::" providerId="AD" clId="Web-{B0F1DB7F-52BA-F2EE-BFDA-6A03B65B7993}" dt="2025-11-14T12:45:50.425" v="41" actId="20577"/>
      <pc:docMkLst>
        <pc:docMk/>
      </pc:docMkLst>
      <pc:sldChg chg="modSp">
        <pc:chgData name="Guest User" userId="S::urn:spo:tenantanon#cd4481eb-7a1b-4014-a4b5-9a6356f6c062::" providerId="AD" clId="Web-{B0F1DB7F-52BA-F2EE-BFDA-6A03B65B7993}" dt="2025-11-14T12:45:50.425" v="41" actId="20577"/>
        <pc:sldMkLst>
          <pc:docMk/>
          <pc:sldMk cId="3979194062" sldId="277"/>
        </pc:sldMkLst>
        <pc:spChg chg="mod">
          <ac:chgData name="Guest User" userId="S::urn:spo:tenantanon#cd4481eb-7a1b-4014-a4b5-9a6356f6c062::" providerId="AD" clId="Web-{B0F1DB7F-52BA-F2EE-BFDA-6A03B65B7993}" dt="2025-11-14T12:45:50.425" v="41" actId="20577"/>
          <ac:spMkLst>
            <pc:docMk/>
            <pc:sldMk cId="3979194062" sldId="277"/>
            <ac:spMk id="5" creationId="{51683C73-2637-AC0E-5A6B-47B6C6CB9E2A}"/>
          </ac:spMkLst>
        </pc:spChg>
      </pc:sldChg>
    </pc:docChg>
  </pc:docChgLst>
  <pc:docChgLst>
    <pc:chgData name="Guest User" userId="S::urn:spo:tenantanon#cd4481eb-7a1b-4014-a4b5-9a6356f6c062::" providerId="AD" clId="Web-{5AA4D9FF-E0A4-6A7C-BD46-78E5F99BE88A}"/>
    <pc:docChg chg="addSld modSld">
      <pc:chgData name="Guest User" userId="S::urn:spo:tenantanon#cd4481eb-7a1b-4014-a4b5-9a6356f6c062::" providerId="AD" clId="Web-{5AA4D9FF-E0A4-6A7C-BD46-78E5F99BE88A}" dt="2025-11-14T00:09:28.518" v="273" actId="20577"/>
      <pc:docMkLst>
        <pc:docMk/>
      </pc:docMkLst>
      <pc:sldChg chg="modSp">
        <pc:chgData name="Guest User" userId="S::urn:spo:tenantanon#cd4481eb-7a1b-4014-a4b5-9a6356f6c062::" providerId="AD" clId="Web-{5AA4D9FF-E0A4-6A7C-BD46-78E5F99BE88A}" dt="2025-11-13T23:06:55.056" v="4" actId="20577"/>
        <pc:sldMkLst>
          <pc:docMk/>
          <pc:sldMk cId="4122396240" sldId="280"/>
        </pc:sldMkLst>
        <pc:spChg chg="mod">
          <ac:chgData name="Guest User" userId="S::urn:spo:tenantanon#cd4481eb-7a1b-4014-a4b5-9a6356f6c062::" providerId="AD" clId="Web-{5AA4D9FF-E0A4-6A7C-BD46-78E5F99BE88A}" dt="2025-11-13T23:06:55.056" v="4" actId="20577"/>
          <ac:spMkLst>
            <pc:docMk/>
            <pc:sldMk cId="4122396240" sldId="280"/>
            <ac:spMk id="2" creationId="{D53393CE-9363-72CB-FD40-73A65C0DCC57}"/>
          </ac:spMkLst>
        </pc:spChg>
      </pc:sldChg>
      <pc:sldChg chg="modSp">
        <pc:chgData name="Guest User" userId="S::urn:spo:tenantanon#cd4481eb-7a1b-4014-a4b5-9a6356f6c062::" providerId="AD" clId="Web-{5AA4D9FF-E0A4-6A7C-BD46-78E5F99BE88A}" dt="2025-11-14T00:05:49.279" v="263" actId="20577"/>
        <pc:sldMkLst>
          <pc:docMk/>
          <pc:sldMk cId="4210265216" sldId="282"/>
        </pc:sldMkLst>
        <pc:spChg chg="mod">
          <ac:chgData name="Guest User" userId="S::urn:spo:tenantanon#cd4481eb-7a1b-4014-a4b5-9a6356f6c062::" providerId="AD" clId="Web-{5AA4D9FF-E0A4-6A7C-BD46-78E5F99BE88A}" dt="2025-11-14T00:05:49.279" v="263" actId="20577"/>
          <ac:spMkLst>
            <pc:docMk/>
            <pc:sldMk cId="4210265216" sldId="282"/>
            <ac:spMk id="7" creationId="{EC85E244-164B-0C70-1E40-0229C18B7296}"/>
          </ac:spMkLst>
        </pc:spChg>
      </pc:sldChg>
      <pc:sldChg chg="addSp delSp modSp">
        <pc:chgData name="Guest User" userId="S::urn:spo:tenantanon#cd4481eb-7a1b-4014-a4b5-9a6356f6c062::" providerId="AD" clId="Web-{5AA4D9FF-E0A4-6A7C-BD46-78E5F99BE88A}" dt="2025-11-14T00:00:57.088" v="142" actId="14100"/>
        <pc:sldMkLst>
          <pc:docMk/>
          <pc:sldMk cId="107321218" sldId="288"/>
        </pc:sldMkLst>
        <pc:spChg chg="mod">
          <ac:chgData name="Guest User" userId="S::urn:spo:tenantanon#cd4481eb-7a1b-4014-a4b5-9a6356f6c062::" providerId="AD" clId="Web-{5AA4D9FF-E0A4-6A7C-BD46-78E5F99BE88A}" dt="2025-11-14T00:00:44.369" v="140" actId="20577"/>
          <ac:spMkLst>
            <pc:docMk/>
            <pc:sldMk cId="107321218" sldId="288"/>
            <ac:spMk id="4" creationId="{7CB32794-605D-53AE-893E-CA967AE3141D}"/>
          </ac:spMkLst>
        </pc:spChg>
        <pc:spChg chg="del">
          <ac:chgData name="Guest User" userId="S::urn:spo:tenantanon#cd4481eb-7a1b-4014-a4b5-9a6356f6c062::" providerId="AD" clId="Web-{5AA4D9FF-E0A4-6A7C-BD46-78E5F99BE88A}" dt="2025-11-13T23:58:48.913" v="127"/>
          <ac:spMkLst>
            <pc:docMk/>
            <pc:sldMk cId="107321218" sldId="288"/>
            <ac:spMk id="5" creationId="{0CC2113C-71C6-1733-8DC6-335FB79F27E7}"/>
          </ac:spMkLst>
        </pc:spChg>
        <pc:spChg chg="del">
          <ac:chgData name="Guest User" userId="S::urn:spo:tenantanon#cd4481eb-7a1b-4014-a4b5-9a6356f6c062::" providerId="AD" clId="Web-{5AA4D9FF-E0A4-6A7C-BD46-78E5F99BE88A}" dt="2025-11-13T23:58:48.913" v="126"/>
          <ac:spMkLst>
            <pc:docMk/>
            <pc:sldMk cId="107321218" sldId="288"/>
            <ac:spMk id="6" creationId="{77477951-B65B-DE89-11E5-FB2D8905B39E}"/>
          </ac:spMkLst>
        </pc:spChg>
        <pc:spChg chg="del">
          <ac:chgData name="Guest User" userId="S::urn:spo:tenantanon#cd4481eb-7a1b-4014-a4b5-9a6356f6c062::" providerId="AD" clId="Web-{5AA4D9FF-E0A4-6A7C-BD46-78E5F99BE88A}" dt="2025-11-13T23:58:48.913" v="125"/>
          <ac:spMkLst>
            <pc:docMk/>
            <pc:sldMk cId="107321218" sldId="288"/>
            <ac:spMk id="7" creationId="{1F9724D0-AA13-E4ED-268F-E549F09E980B}"/>
          </ac:spMkLst>
        </pc:spChg>
        <pc:spChg chg="del">
          <ac:chgData name="Guest User" userId="S::urn:spo:tenantanon#cd4481eb-7a1b-4014-a4b5-9a6356f6c062::" providerId="AD" clId="Web-{5AA4D9FF-E0A4-6A7C-BD46-78E5F99BE88A}" dt="2025-11-13T23:58:48.913" v="124"/>
          <ac:spMkLst>
            <pc:docMk/>
            <pc:sldMk cId="107321218" sldId="288"/>
            <ac:spMk id="8" creationId="{A6412C8D-5431-FDEB-29AF-F9B422CAEB2F}"/>
          </ac:spMkLst>
        </pc:spChg>
        <pc:picChg chg="add mod">
          <ac:chgData name="Guest User" userId="S::urn:spo:tenantanon#cd4481eb-7a1b-4014-a4b5-9a6356f6c062::" providerId="AD" clId="Web-{5AA4D9FF-E0A4-6A7C-BD46-78E5F99BE88A}" dt="2025-11-14T00:00:57.088" v="142" actId="14100"/>
          <ac:picMkLst>
            <pc:docMk/>
            <pc:sldMk cId="107321218" sldId="288"/>
            <ac:picMk id="9" creationId="{4CD8891E-141C-BE38-DA97-DD519AE5DA27}"/>
          </ac:picMkLst>
        </pc:picChg>
      </pc:sldChg>
      <pc:sldChg chg="modSp new">
        <pc:chgData name="Guest User" userId="S::urn:spo:tenantanon#cd4481eb-7a1b-4014-a4b5-9a6356f6c062::" providerId="AD" clId="Web-{5AA4D9FF-E0A4-6A7C-BD46-78E5F99BE88A}" dt="2025-11-13T23:52:36.704" v="115" actId="20577"/>
        <pc:sldMkLst>
          <pc:docMk/>
          <pc:sldMk cId="3975001896" sldId="290"/>
        </pc:sldMkLst>
        <pc:spChg chg="mod">
          <ac:chgData name="Guest User" userId="S::urn:spo:tenantanon#cd4481eb-7a1b-4014-a4b5-9a6356f6c062::" providerId="AD" clId="Web-{5AA4D9FF-E0A4-6A7C-BD46-78E5F99BE88A}" dt="2025-11-13T23:52:36.704" v="115" actId="20577"/>
          <ac:spMkLst>
            <pc:docMk/>
            <pc:sldMk cId="3975001896" sldId="290"/>
            <ac:spMk id="4" creationId="{0A737907-2517-9A9B-D173-C840E618E4B2}"/>
          </ac:spMkLst>
        </pc:spChg>
      </pc:sldChg>
      <pc:sldChg chg="modSp new">
        <pc:chgData name="Guest User" userId="S::urn:spo:tenantanon#cd4481eb-7a1b-4014-a4b5-9a6356f6c062::" providerId="AD" clId="Web-{5AA4D9FF-E0A4-6A7C-BD46-78E5F99BE88A}" dt="2025-11-14T00:09:28.518" v="273" actId="20577"/>
        <pc:sldMkLst>
          <pc:docMk/>
          <pc:sldMk cId="1068901520" sldId="293"/>
        </pc:sldMkLst>
        <pc:spChg chg="mod">
          <ac:chgData name="Guest User" userId="S::urn:spo:tenantanon#cd4481eb-7a1b-4014-a4b5-9a6356f6c062::" providerId="AD" clId="Web-{5AA4D9FF-E0A4-6A7C-BD46-78E5F99BE88A}" dt="2025-11-14T00:09:28.518" v="273" actId="20577"/>
          <ac:spMkLst>
            <pc:docMk/>
            <pc:sldMk cId="1068901520" sldId="293"/>
            <ac:spMk id="4" creationId="{E6A5055E-735C-2B9E-289C-D59C0B05EF21}"/>
          </ac:spMkLst>
        </pc:spChg>
      </pc:sldChg>
    </pc:docChg>
  </pc:docChgLst>
  <pc:docChgLst>
    <pc:chgData name="Guest User" userId="S::urn:spo:tenantanon#cd4481eb-7a1b-4014-a4b5-9a6356f6c062::" providerId="AD" clId="Web-{3F75ADE4-B2B4-CB81-32B4-71690B9974D6}"/>
    <pc:docChg chg="modSld">
      <pc:chgData name="Guest User" userId="S::urn:spo:tenantanon#cd4481eb-7a1b-4014-a4b5-9a6356f6c062::" providerId="AD" clId="Web-{3F75ADE4-B2B4-CB81-32B4-71690B9974D6}" dt="2025-11-13T21:52:19.629" v="284" actId="20577"/>
      <pc:docMkLst>
        <pc:docMk/>
      </pc:docMkLst>
      <pc:sldChg chg="modSp">
        <pc:chgData name="Guest User" userId="S::urn:spo:tenantanon#cd4481eb-7a1b-4014-a4b5-9a6356f6c062::" providerId="AD" clId="Web-{3F75ADE4-B2B4-CB81-32B4-71690B9974D6}" dt="2025-11-13T21:32:07.890" v="5" actId="20577"/>
        <pc:sldMkLst>
          <pc:docMk/>
          <pc:sldMk cId="4122396240" sldId="280"/>
        </pc:sldMkLst>
        <pc:spChg chg="mod">
          <ac:chgData name="Guest User" userId="S::urn:spo:tenantanon#cd4481eb-7a1b-4014-a4b5-9a6356f6c062::" providerId="AD" clId="Web-{3F75ADE4-B2B4-CB81-32B4-71690B9974D6}" dt="2025-11-13T21:32:07.890" v="5" actId="20577"/>
          <ac:spMkLst>
            <pc:docMk/>
            <pc:sldMk cId="4122396240" sldId="280"/>
            <ac:spMk id="16" creationId="{A60D02BC-F38A-49A2-C42C-EA452FC12D02}"/>
          </ac:spMkLst>
        </pc:spChg>
      </pc:sldChg>
      <pc:sldChg chg="addSp delSp modSp">
        <pc:chgData name="Guest User" userId="S::urn:spo:tenantanon#cd4481eb-7a1b-4014-a4b5-9a6356f6c062::" providerId="AD" clId="Web-{3F75ADE4-B2B4-CB81-32B4-71690B9974D6}" dt="2025-11-13T21:52:19.629" v="284" actId="20577"/>
        <pc:sldMkLst>
          <pc:docMk/>
          <pc:sldMk cId="425653353" sldId="285"/>
        </pc:sldMkLst>
        <pc:spChg chg="mod">
          <ac:chgData name="Guest User" userId="S::urn:spo:tenantanon#cd4481eb-7a1b-4014-a4b5-9a6356f6c062::" providerId="AD" clId="Web-{3F75ADE4-B2B4-CB81-32B4-71690B9974D6}" dt="2025-11-13T21:42:30.135" v="134" actId="1076"/>
          <ac:spMkLst>
            <pc:docMk/>
            <pc:sldMk cId="425653353" sldId="285"/>
            <ac:spMk id="5" creationId="{93540B3C-1507-BC3C-A5AB-1D8B839A193F}"/>
          </ac:spMkLst>
        </pc:spChg>
        <pc:spChg chg="mod">
          <ac:chgData name="Guest User" userId="S::urn:spo:tenantanon#cd4481eb-7a1b-4014-a4b5-9a6356f6c062::" providerId="AD" clId="Web-{3F75ADE4-B2B4-CB81-32B4-71690B9974D6}" dt="2025-11-13T21:42:37.526" v="136" actId="1076"/>
          <ac:spMkLst>
            <pc:docMk/>
            <pc:sldMk cId="425653353" sldId="285"/>
            <ac:spMk id="6" creationId="{74182F24-493C-FB7F-D277-6FC36E5B961E}"/>
          </ac:spMkLst>
        </pc:spChg>
        <pc:spChg chg="mod">
          <ac:chgData name="Guest User" userId="S::urn:spo:tenantanon#cd4481eb-7a1b-4014-a4b5-9a6356f6c062::" providerId="AD" clId="Web-{3F75ADE4-B2B4-CB81-32B4-71690B9974D6}" dt="2025-11-13T21:42:33.229" v="135" actId="1076"/>
          <ac:spMkLst>
            <pc:docMk/>
            <pc:sldMk cId="425653353" sldId="285"/>
            <ac:spMk id="7" creationId="{D8C408AF-CD85-4B51-8C0A-37650FE5D0D6}"/>
          </ac:spMkLst>
        </pc:spChg>
        <pc:spChg chg="mod">
          <ac:chgData name="Guest User" userId="S::urn:spo:tenantanon#cd4481eb-7a1b-4014-a4b5-9a6356f6c062::" providerId="AD" clId="Web-{3F75ADE4-B2B4-CB81-32B4-71690B9974D6}" dt="2025-11-13T21:44:38.419" v="253" actId="1076"/>
          <ac:spMkLst>
            <pc:docMk/>
            <pc:sldMk cId="425653353" sldId="285"/>
            <ac:spMk id="8" creationId="{9805CB9B-8EB0-F3BE-8332-1B354E897B97}"/>
          </ac:spMkLst>
        </pc:spChg>
        <pc:spChg chg="add del mod">
          <ac:chgData name="Guest User" userId="S::urn:spo:tenantanon#cd4481eb-7a1b-4014-a4b5-9a6356f6c062::" providerId="AD" clId="Web-{3F75ADE4-B2B4-CB81-32B4-71690B9974D6}" dt="2025-11-13T21:43:01.292" v="144"/>
          <ac:spMkLst>
            <pc:docMk/>
            <pc:sldMk cId="425653353" sldId="285"/>
            <ac:spMk id="9" creationId="{E30C4432-E953-C76C-F407-546F8D494554}"/>
          </ac:spMkLst>
        </pc:spChg>
        <pc:spChg chg="add mod">
          <ac:chgData name="Guest User" userId="S::urn:spo:tenantanon#cd4481eb-7a1b-4014-a4b5-9a6356f6c062::" providerId="AD" clId="Web-{3F75ADE4-B2B4-CB81-32B4-71690B9974D6}" dt="2025-11-13T21:44:42.278" v="254" actId="1076"/>
          <ac:spMkLst>
            <pc:docMk/>
            <pc:sldMk cId="425653353" sldId="285"/>
            <ac:spMk id="11" creationId="{BDBEB3EF-2080-B98C-C55A-29C623AFA084}"/>
          </ac:spMkLst>
        </pc:spChg>
        <pc:spChg chg="add mod">
          <ac:chgData name="Guest User" userId="S::urn:spo:tenantanon#cd4481eb-7a1b-4014-a4b5-9a6356f6c062::" providerId="AD" clId="Web-{3F75ADE4-B2B4-CB81-32B4-71690B9974D6}" dt="2025-11-13T21:52:19.629" v="284" actId="20577"/>
          <ac:spMkLst>
            <pc:docMk/>
            <pc:sldMk cId="425653353" sldId="285"/>
            <ac:spMk id="13" creationId="{81B42DC8-62F5-A80F-5064-F35535525B08}"/>
          </ac:spMkLst>
        </pc:spChg>
      </pc:sldChg>
    </pc:docChg>
  </pc:docChgLst>
  <pc:docChgLst>
    <pc:chgData name="Girsy Guzmán Garcia" userId="S::girsy.guzmangarcia001@stud.fh-dortmund.de::818ba299-8825-48db-b9e7-c9105b1cca7e" providerId="AD" clId="Web-{ADDA2661-EB40-5EB4-16A5-AC4454B98C4A}"/>
    <pc:docChg chg="addSld modSld">
      <pc:chgData name="Girsy Guzmán Garcia" userId="S::girsy.guzmangarcia001@stud.fh-dortmund.de::818ba299-8825-48db-b9e7-c9105b1cca7e" providerId="AD" clId="Web-{ADDA2661-EB40-5EB4-16A5-AC4454B98C4A}" dt="2025-11-13T13:34:34.220" v="71"/>
      <pc:docMkLst>
        <pc:docMk/>
      </pc:docMkLst>
      <pc:sldChg chg="modSp">
        <pc:chgData name="Girsy Guzmán Garcia" userId="S::girsy.guzmangarcia001@stud.fh-dortmund.de::818ba299-8825-48db-b9e7-c9105b1cca7e" providerId="AD" clId="Web-{ADDA2661-EB40-5EB4-16A5-AC4454B98C4A}" dt="2025-11-13T13:31:15" v="35" actId="14100"/>
        <pc:sldMkLst>
          <pc:docMk/>
          <pc:sldMk cId="3979194062" sldId="277"/>
        </pc:sldMkLst>
        <pc:spChg chg="mod">
          <ac:chgData name="Girsy Guzmán Garcia" userId="S::girsy.guzmangarcia001@stud.fh-dortmund.de::818ba299-8825-48db-b9e7-c9105b1cca7e" providerId="AD" clId="Web-{ADDA2661-EB40-5EB4-16A5-AC4454B98C4A}" dt="2025-11-13T13:31:15" v="35" actId="14100"/>
          <ac:spMkLst>
            <pc:docMk/>
            <pc:sldMk cId="3979194062" sldId="277"/>
            <ac:spMk id="5" creationId="{51683C73-2637-AC0E-5A6B-47B6C6CB9E2A}"/>
          </ac:spMkLst>
        </pc:spChg>
      </pc:sldChg>
      <pc:sldChg chg="addSp delSp modSp">
        <pc:chgData name="Girsy Guzmán Garcia" userId="S::girsy.guzmangarcia001@stud.fh-dortmund.de::818ba299-8825-48db-b9e7-c9105b1cca7e" providerId="AD" clId="Web-{ADDA2661-EB40-5EB4-16A5-AC4454B98C4A}" dt="2025-11-13T13:30:44.483" v="28" actId="14100"/>
        <pc:sldMkLst>
          <pc:docMk/>
          <pc:sldMk cId="4122396240" sldId="280"/>
        </pc:sldMkLst>
        <pc:spChg chg="del mod">
          <ac:chgData name="Girsy Guzmán Garcia" userId="S::girsy.guzmangarcia001@stud.fh-dortmund.de::818ba299-8825-48db-b9e7-c9105b1cca7e" providerId="AD" clId="Web-{ADDA2661-EB40-5EB4-16A5-AC4454B98C4A}" dt="2025-11-13T13:30:35.780" v="25"/>
          <ac:spMkLst>
            <pc:docMk/>
            <pc:sldMk cId="4122396240" sldId="280"/>
            <ac:spMk id="3" creationId="{5C1A7912-CE86-F89A-0D89-A62574E36413}"/>
          </ac:spMkLst>
        </pc:spChg>
        <pc:spChg chg="add del mod">
          <ac:chgData name="Girsy Guzmán Garcia" userId="S::girsy.guzmangarcia001@stud.fh-dortmund.de::818ba299-8825-48db-b9e7-c9105b1cca7e" providerId="AD" clId="Web-{ADDA2661-EB40-5EB4-16A5-AC4454B98C4A}" dt="2025-11-13T13:30:15.701" v="17"/>
          <ac:spMkLst>
            <pc:docMk/>
            <pc:sldMk cId="4122396240" sldId="280"/>
            <ac:spMk id="5" creationId="{13EEB8A6-1D26-B233-8405-F0C51120BB20}"/>
          </ac:spMkLst>
        </pc:spChg>
        <pc:spChg chg="mod">
          <ac:chgData name="Girsy Guzmán Garcia" userId="S::girsy.guzmangarcia001@stud.fh-dortmund.de::818ba299-8825-48db-b9e7-c9105b1cca7e" providerId="AD" clId="Web-{ADDA2661-EB40-5EB4-16A5-AC4454B98C4A}" dt="2025-11-13T13:30:44.483" v="28" actId="14100"/>
          <ac:spMkLst>
            <pc:docMk/>
            <pc:sldMk cId="4122396240" sldId="280"/>
            <ac:spMk id="16" creationId="{A60D02BC-F38A-49A2-C42C-EA452FC12D02}"/>
          </ac:spMkLst>
        </pc:spChg>
        <pc:spChg chg="del mod">
          <ac:chgData name="Girsy Guzmán Garcia" userId="S::girsy.guzmangarcia001@stud.fh-dortmund.de::818ba299-8825-48db-b9e7-c9105b1cca7e" providerId="AD" clId="Web-{ADDA2661-EB40-5EB4-16A5-AC4454B98C4A}" dt="2025-11-13T13:29:52.764" v="10"/>
          <ac:spMkLst>
            <pc:docMk/>
            <pc:sldMk cId="4122396240" sldId="280"/>
            <ac:spMk id="18" creationId="{79A8E7AD-2E65-95BD-3625-1EE43E655563}"/>
          </ac:spMkLst>
        </pc:spChg>
        <pc:spChg chg="del mod">
          <ac:chgData name="Girsy Guzmán Garcia" userId="S::girsy.guzmangarcia001@stud.fh-dortmund.de::818ba299-8825-48db-b9e7-c9105b1cca7e" providerId="AD" clId="Web-{ADDA2661-EB40-5EB4-16A5-AC4454B98C4A}" dt="2025-11-13T13:30:03.045" v="12"/>
          <ac:spMkLst>
            <pc:docMk/>
            <pc:sldMk cId="4122396240" sldId="280"/>
            <ac:spMk id="20" creationId="{A029CEBB-2840-8E38-EF90-1E147E8E3B3C}"/>
          </ac:spMkLst>
        </pc:spChg>
        <pc:spChg chg="del">
          <ac:chgData name="Girsy Guzmán Garcia" userId="S::girsy.guzmangarcia001@stud.fh-dortmund.de::818ba299-8825-48db-b9e7-c9105b1cca7e" providerId="AD" clId="Web-{ADDA2661-EB40-5EB4-16A5-AC4454B98C4A}" dt="2025-11-13T13:29:16.326" v="3"/>
          <ac:spMkLst>
            <pc:docMk/>
            <pc:sldMk cId="4122396240" sldId="280"/>
            <ac:spMk id="22" creationId="{AC02B392-29E9-BBF8-4D69-8E8C6B6DB48E}"/>
          </ac:spMkLst>
        </pc:spChg>
        <pc:spChg chg="del mod">
          <ac:chgData name="Girsy Guzmán Garcia" userId="S::girsy.guzmangarcia001@stud.fh-dortmund.de::818ba299-8825-48db-b9e7-c9105b1cca7e" providerId="AD" clId="Web-{ADDA2661-EB40-5EB4-16A5-AC4454B98C4A}" dt="2025-11-13T13:30:23.576" v="19"/>
          <ac:spMkLst>
            <pc:docMk/>
            <pc:sldMk cId="4122396240" sldId="280"/>
            <ac:spMk id="23" creationId="{813D4E34-28D1-3E79-C89F-B32F08209184}"/>
          </ac:spMkLst>
        </pc:spChg>
      </pc:sldChg>
      <pc:sldChg chg="modSp">
        <pc:chgData name="Girsy Guzmán Garcia" userId="S::girsy.guzmangarcia001@stud.fh-dortmund.de::818ba299-8825-48db-b9e7-c9105b1cca7e" providerId="AD" clId="Web-{ADDA2661-EB40-5EB4-16A5-AC4454B98C4A}" dt="2025-11-13T13:31:52.125" v="46" actId="20577"/>
        <pc:sldMkLst>
          <pc:docMk/>
          <pc:sldMk cId="4210265216" sldId="282"/>
        </pc:sldMkLst>
        <pc:spChg chg="mod">
          <ac:chgData name="Girsy Guzmán Garcia" userId="S::girsy.guzmangarcia001@stud.fh-dortmund.de::818ba299-8825-48db-b9e7-c9105b1cca7e" providerId="AD" clId="Web-{ADDA2661-EB40-5EB4-16A5-AC4454B98C4A}" dt="2025-11-13T13:31:52.125" v="46" actId="20577"/>
          <ac:spMkLst>
            <pc:docMk/>
            <pc:sldMk cId="4210265216" sldId="282"/>
            <ac:spMk id="7" creationId="{EC85E244-164B-0C70-1E40-0229C18B7296}"/>
          </ac:spMkLst>
        </pc:spChg>
      </pc:sldChg>
      <pc:sldChg chg="delSp modSp add replId">
        <pc:chgData name="Girsy Guzmán Garcia" userId="S::girsy.guzmangarcia001@stud.fh-dortmund.de::818ba299-8825-48db-b9e7-c9105b1cca7e" providerId="AD" clId="Web-{ADDA2661-EB40-5EB4-16A5-AC4454B98C4A}" dt="2025-11-13T13:33:29.767" v="53"/>
        <pc:sldMkLst>
          <pc:docMk/>
          <pc:sldMk cId="2614370193" sldId="283"/>
        </pc:sldMkLst>
        <pc:spChg chg="mod">
          <ac:chgData name="Girsy Guzmán Garcia" userId="S::girsy.guzmangarcia001@stud.fh-dortmund.de::818ba299-8825-48db-b9e7-c9105b1cca7e" providerId="AD" clId="Web-{ADDA2661-EB40-5EB4-16A5-AC4454B98C4A}" dt="2025-11-13T13:33:23.548" v="52" actId="20577"/>
          <ac:spMkLst>
            <pc:docMk/>
            <pc:sldMk cId="2614370193" sldId="283"/>
            <ac:spMk id="4" creationId="{0C9429B4-44C4-7E05-E98F-D76BB0DA0D4D}"/>
          </ac:spMkLst>
        </pc:spChg>
        <pc:picChg chg="del">
          <ac:chgData name="Girsy Guzmán Garcia" userId="S::girsy.guzmangarcia001@stud.fh-dortmund.de::818ba299-8825-48db-b9e7-c9105b1cca7e" providerId="AD" clId="Web-{ADDA2661-EB40-5EB4-16A5-AC4454B98C4A}" dt="2025-11-13T13:33:29.767" v="53"/>
          <ac:picMkLst>
            <pc:docMk/>
            <pc:sldMk cId="2614370193" sldId="283"/>
            <ac:picMk id="12" creationId="{99882AB8-C48B-40C8-A523-A3DC35938904}"/>
          </ac:picMkLst>
        </pc:picChg>
      </pc:sldChg>
      <pc:sldChg chg="modSp add replId">
        <pc:chgData name="Girsy Guzmán Garcia" userId="S::girsy.guzmangarcia001@stud.fh-dortmund.de::818ba299-8825-48db-b9e7-c9105b1cca7e" providerId="AD" clId="Web-{ADDA2661-EB40-5EB4-16A5-AC4454B98C4A}" dt="2025-11-13T13:34:06.970" v="60" actId="20577"/>
        <pc:sldMkLst>
          <pc:docMk/>
          <pc:sldMk cId="1194340608" sldId="284"/>
        </pc:sldMkLst>
        <pc:spChg chg="mod">
          <ac:chgData name="Girsy Guzmán Garcia" userId="S::girsy.guzmangarcia001@stud.fh-dortmund.de::818ba299-8825-48db-b9e7-c9105b1cca7e" providerId="AD" clId="Web-{ADDA2661-EB40-5EB4-16A5-AC4454B98C4A}" dt="2025-11-13T13:34:06.970" v="60" actId="20577"/>
          <ac:spMkLst>
            <pc:docMk/>
            <pc:sldMk cId="1194340608" sldId="284"/>
            <ac:spMk id="4" creationId="{AAD9CA88-4139-A919-008B-588B7E40CCA3}"/>
          </ac:spMkLst>
        </pc:spChg>
      </pc:sldChg>
      <pc:sldChg chg="modSp new">
        <pc:chgData name="Girsy Guzmán Garcia" userId="S::girsy.guzmangarcia001@stud.fh-dortmund.de::818ba299-8825-48db-b9e7-c9105b1cca7e" providerId="AD" clId="Web-{ADDA2661-EB40-5EB4-16A5-AC4454B98C4A}" dt="2025-11-13T13:34:34.220" v="71"/>
        <pc:sldMkLst>
          <pc:docMk/>
          <pc:sldMk cId="425653353" sldId="285"/>
        </pc:sldMkLst>
        <pc:spChg chg="mod">
          <ac:chgData name="Girsy Guzmán Garcia" userId="S::girsy.guzmangarcia001@stud.fh-dortmund.de::818ba299-8825-48db-b9e7-c9105b1cca7e" providerId="AD" clId="Web-{ADDA2661-EB40-5EB4-16A5-AC4454B98C4A}" dt="2025-11-13T13:34:34.220" v="71"/>
          <ac:spMkLst>
            <pc:docMk/>
            <pc:sldMk cId="425653353" sldId="285"/>
            <ac:spMk id="4" creationId="{F6D596D7-0A70-7F86-3D9A-5EFE5DA2170A}"/>
          </ac:spMkLst>
        </pc:spChg>
      </pc:sldChg>
    </pc:docChg>
  </pc:docChgLst>
  <pc:docChgLst>
    <pc:chgData name="Girsy Guzmán Garcia" userId="S::girsy.guzmangarcia001@stud.fh-dortmund.de::818ba299-8825-48db-b9e7-c9105b1cca7e" providerId="AD" clId="Web-{405B4464-74D6-76F7-1E64-E16E8E099A7D}"/>
    <pc:docChg chg="addSld delSld modSld">
      <pc:chgData name="Girsy Guzmán Garcia" userId="S::girsy.guzmangarcia001@stud.fh-dortmund.de::818ba299-8825-48db-b9e7-c9105b1cca7e" providerId="AD" clId="Web-{405B4464-74D6-76F7-1E64-E16E8E099A7D}" dt="2025-11-14T00:05:50.836" v="185" actId="14100"/>
      <pc:docMkLst>
        <pc:docMk/>
      </pc:docMkLst>
      <pc:sldChg chg="modSp">
        <pc:chgData name="Girsy Guzmán Garcia" userId="S::girsy.guzmangarcia001@stud.fh-dortmund.de::818ba299-8825-48db-b9e7-c9105b1cca7e" providerId="AD" clId="Web-{405B4464-74D6-76F7-1E64-E16E8E099A7D}" dt="2025-11-13T23:51:12.415" v="102" actId="14100"/>
        <pc:sldMkLst>
          <pc:docMk/>
          <pc:sldMk cId="2863103940" sldId="273"/>
        </pc:sldMkLst>
        <pc:spChg chg="mod">
          <ac:chgData name="Girsy Guzmán Garcia" userId="S::girsy.guzmangarcia001@stud.fh-dortmund.de::818ba299-8825-48db-b9e7-c9105b1cca7e" providerId="AD" clId="Web-{405B4464-74D6-76F7-1E64-E16E8E099A7D}" dt="2025-11-13T23:51:12.415" v="102" actId="14100"/>
          <ac:spMkLst>
            <pc:docMk/>
            <pc:sldMk cId="2863103940" sldId="273"/>
            <ac:spMk id="11" creationId="{EF3A7BFE-9123-98C4-791C-9A3FE773CF97}"/>
          </ac:spMkLst>
        </pc:spChg>
        <pc:spChg chg="mod">
          <ac:chgData name="Girsy Guzmán Garcia" userId="S::girsy.guzmangarcia001@stud.fh-dortmund.de::818ba299-8825-48db-b9e7-c9105b1cca7e" providerId="AD" clId="Web-{405B4464-74D6-76F7-1E64-E16E8E099A7D}" dt="2025-11-13T23:45:08.707" v="53" actId="1076"/>
          <ac:spMkLst>
            <pc:docMk/>
            <pc:sldMk cId="2863103940" sldId="273"/>
            <ac:spMk id="24" creationId="{04B07C7A-8E1D-7BF7-31C8-5C68C6D2F9CF}"/>
          </ac:spMkLst>
        </pc:spChg>
      </pc:sldChg>
      <pc:sldChg chg="modSp">
        <pc:chgData name="Girsy Guzmán Garcia" userId="S::girsy.guzmangarcia001@stud.fh-dortmund.de::818ba299-8825-48db-b9e7-c9105b1cca7e" providerId="AD" clId="Web-{405B4464-74D6-76F7-1E64-E16E8E099A7D}" dt="2025-11-13T23:46:36.411" v="58" actId="1076"/>
        <pc:sldMkLst>
          <pc:docMk/>
          <pc:sldMk cId="3979194062" sldId="277"/>
        </pc:sldMkLst>
        <pc:spChg chg="mod">
          <ac:chgData name="Girsy Guzmán Garcia" userId="S::girsy.guzmangarcia001@stud.fh-dortmund.de::818ba299-8825-48db-b9e7-c9105b1cca7e" providerId="AD" clId="Web-{405B4464-74D6-76F7-1E64-E16E8E099A7D}" dt="2025-11-13T23:46:30.427" v="57" actId="1076"/>
          <ac:spMkLst>
            <pc:docMk/>
            <pc:sldMk cId="3979194062" sldId="277"/>
            <ac:spMk id="2" creationId="{A98BDE3D-CB39-03D2-545F-5283024761BD}"/>
          </ac:spMkLst>
        </pc:spChg>
        <pc:spChg chg="mod">
          <ac:chgData name="Girsy Guzmán Garcia" userId="S::girsy.guzmangarcia001@stud.fh-dortmund.de::818ba299-8825-48db-b9e7-c9105b1cca7e" providerId="AD" clId="Web-{405B4464-74D6-76F7-1E64-E16E8E099A7D}" dt="2025-11-13T23:46:36.411" v="58" actId="1076"/>
          <ac:spMkLst>
            <pc:docMk/>
            <pc:sldMk cId="3979194062" sldId="277"/>
            <ac:spMk id="5" creationId="{51683C73-2637-AC0E-5A6B-47B6C6CB9E2A}"/>
          </ac:spMkLst>
        </pc:spChg>
      </pc:sldChg>
      <pc:sldChg chg="modSp">
        <pc:chgData name="Girsy Guzmán Garcia" userId="S::girsy.guzmangarcia001@stud.fh-dortmund.de::818ba299-8825-48db-b9e7-c9105b1cca7e" providerId="AD" clId="Web-{405B4464-74D6-76F7-1E64-E16E8E099A7D}" dt="2025-11-13T23:26:06.115" v="5" actId="14100"/>
        <pc:sldMkLst>
          <pc:docMk/>
          <pc:sldMk cId="4122396240" sldId="280"/>
        </pc:sldMkLst>
        <pc:spChg chg="mod">
          <ac:chgData name="Girsy Guzmán Garcia" userId="S::girsy.guzmangarcia001@stud.fh-dortmund.de::818ba299-8825-48db-b9e7-c9105b1cca7e" providerId="AD" clId="Web-{405B4464-74D6-76F7-1E64-E16E8E099A7D}" dt="2025-11-13T23:26:06.115" v="5" actId="14100"/>
          <ac:spMkLst>
            <pc:docMk/>
            <pc:sldMk cId="4122396240" sldId="280"/>
            <ac:spMk id="12" creationId="{0D74F0DD-9277-50B0-68E1-220BA8344883}"/>
          </ac:spMkLst>
        </pc:spChg>
      </pc:sldChg>
      <pc:sldChg chg="del">
        <pc:chgData name="Girsy Guzmán Garcia" userId="S::girsy.guzmangarcia001@stud.fh-dortmund.de::818ba299-8825-48db-b9e7-c9105b1cca7e" providerId="AD" clId="Web-{405B4464-74D6-76F7-1E64-E16E8E099A7D}" dt="2025-11-13T23:49:05.068" v="85"/>
        <pc:sldMkLst>
          <pc:docMk/>
          <pc:sldMk cId="535119967" sldId="281"/>
        </pc:sldMkLst>
      </pc:sldChg>
      <pc:sldChg chg="modSp">
        <pc:chgData name="Girsy Guzmán Garcia" userId="S::girsy.guzmangarcia001@stud.fh-dortmund.de::818ba299-8825-48db-b9e7-c9105b1cca7e" providerId="AD" clId="Web-{405B4464-74D6-76F7-1E64-E16E8E099A7D}" dt="2025-11-13T23:46:50.114" v="60" actId="1076"/>
        <pc:sldMkLst>
          <pc:docMk/>
          <pc:sldMk cId="4210265216" sldId="282"/>
        </pc:sldMkLst>
        <pc:spChg chg="mod">
          <ac:chgData name="Girsy Guzmán Garcia" userId="S::girsy.guzmangarcia001@stud.fh-dortmund.de::818ba299-8825-48db-b9e7-c9105b1cca7e" providerId="AD" clId="Web-{405B4464-74D6-76F7-1E64-E16E8E099A7D}" dt="2025-11-13T23:46:43.723" v="59" actId="1076"/>
          <ac:spMkLst>
            <pc:docMk/>
            <pc:sldMk cId="4210265216" sldId="282"/>
            <ac:spMk id="4" creationId="{008677BB-B3E2-5DA1-DDCA-F97379A0E43A}"/>
          </ac:spMkLst>
        </pc:spChg>
        <pc:spChg chg="mod">
          <ac:chgData name="Girsy Guzmán Garcia" userId="S::girsy.guzmangarcia001@stud.fh-dortmund.de::818ba299-8825-48db-b9e7-c9105b1cca7e" providerId="AD" clId="Web-{405B4464-74D6-76F7-1E64-E16E8E099A7D}" dt="2025-11-13T23:46:50.114" v="60" actId="1076"/>
          <ac:spMkLst>
            <pc:docMk/>
            <pc:sldMk cId="4210265216" sldId="282"/>
            <ac:spMk id="7" creationId="{EC85E244-164B-0C70-1E40-0229C18B7296}"/>
          </ac:spMkLst>
        </pc:spChg>
      </pc:sldChg>
      <pc:sldChg chg="delSp modSp">
        <pc:chgData name="Girsy Guzmán Garcia" userId="S::girsy.guzmangarcia001@stud.fh-dortmund.de::818ba299-8825-48db-b9e7-c9105b1cca7e" providerId="AD" clId="Web-{405B4464-74D6-76F7-1E64-E16E8E099A7D}" dt="2025-11-13T23:25:33.708" v="1"/>
        <pc:sldMkLst>
          <pc:docMk/>
          <pc:sldMk cId="2614370193" sldId="283"/>
        </pc:sldMkLst>
        <pc:spChg chg="del mod">
          <ac:chgData name="Girsy Guzmán Garcia" userId="S::girsy.guzmangarcia001@stud.fh-dortmund.de::818ba299-8825-48db-b9e7-c9105b1cca7e" providerId="AD" clId="Web-{405B4464-74D6-76F7-1E64-E16E8E099A7D}" dt="2025-11-13T23:25:33.708" v="1"/>
          <ac:spMkLst>
            <pc:docMk/>
            <pc:sldMk cId="2614370193" sldId="283"/>
            <ac:spMk id="11" creationId="{F5E785C9-C98E-38E4-DF04-C35010FF2726}"/>
          </ac:spMkLst>
        </pc:spChg>
      </pc:sldChg>
      <pc:sldChg chg="addSp delSp modSp del mod modClrScheme chgLayout">
        <pc:chgData name="Girsy Guzmán Garcia" userId="S::girsy.guzmangarcia001@stud.fh-dortmund.de::818ba299-8825-48db-b9e7-c9105b1cca7e" providerId="AD" clId="Web-{405B4464-74D6-76F7-1E64-E16E8E099A7D}" dt="2025-11-14T00:03:09.742" v="183"/>
        <pc:sldMkLst>
          <pc:docMk/>
          <pc:sldMk cId="1194340608" sldId="284"/>
        </pc:sldMkLst>
        <pc:spChg chg="mod ord">
          <ac:chgData name="Girsy Guzmán Garcia" userId="S::girsy.guzmangarcia001@stud.fh-dortmund.de::818ba299-8825-48db-b9e7-c9105b1cca7e" providerId="AD" clId="Web-{405B4464-74D6-76F7-1E64-E16E8E099A7D}" dt="2025-11-13T23:59:49.741" v="157" actId="1076"/>
          <ac:spMkLst>
            <pc:docMk/>
            <pc:sldMk cId="1194340608" sldId="284"/>
            <ac:spMk id="2" creationId="{B86123CE-2778-9A18-E15B-4EE800F5F782}"/>
          </ac:spMkLst>
        </pc:spChg>
        <pc:spChg chg="mod ord">
          <ac:chgData name="Girsy Guzmán Garcia" userId="S::girsy.guzmangarcia001@stud.fh-dortmund.de::818ba299-8825-48db-b9e7-c9105b1cca7e" providerId="AD" clId="Web-{405B4464-74D6-76F7-1E64-E16E8E099A7D}" dt="2025-11-13T23:51:58.838" v="103"/>
          <ac:spMkLst>
            <pc:docMk/>
            <pc:sldMk cId="1194340608" sldId="284"/>
            <ac:spMk id="3" creationId="{8CE0E164-0C40-5FFF-D83E-25B6DFA9589A}"/>
          </ac:spMkLst>
        </pc:spChg>
        <pc:spChg chg="mod ord">
          <ac:chgData name="Girsy Guzmán Garcia" userId="S::girsy.guzmangarcia001@stud.fh-dortmund.de::818ba299-8825-48db-b9e7-c9105b1cca7e" providerId="AD" clId="Web-{405B4464-74D6-76F7-1E64-E16E8E099A7D}" dt="2025-11-13T23:54:37.403" v="109" actId="20577"/>
          <ac:spMkLst>
            <pc:docMk/>
            <pc:sldMk cId="1194340608" sldId="284"/>
            <ac:spMk id="4" creationId="{AAD9CA88-4139-A919-008B-588B7E40CCA3}"/>
          </ac:spMkLst>
        </pc:spChg>
        <pc:spChg chg="add del mod ord">
          <ac:chgData name="Girsy Guzmán Garcia" userId="S::girsy.guzmangarcia001@stud.fh-dortmund.de::818ba299-8825-48db-b9e7-c9105b1cca7e" providerId="AD" clId="Web-{405B4464-74D6-76F7-1E64-E16E8E099A7D}" dt="2025-11-13T23:54:30.887" v="107"/>
          <ac:spMkLst>
            <pc:docMk/>
            <pc:sldMk cId="1194340608" sldId="284"/>
            <ac:spMk id="5" creationId="{0154D686-E1E5-5A21-B9AE-10D45D5B2883}"/>
          </ac:spMkLst>
        </pc:spChg>
        <pc:spChg chg="add del mod ord">
          <ac:chgData name="Girsy Guzmán Garcia" userId="S::girsy.guzmangarcia001@stud.fh-dortmund.de::818ba299-8825-48db-b9e7-c9105b1cca7e" providerId="AD" clId="Web-{405B4464-74D6-76F7-1E64-E16E8E099A7D}" dt="2025-11-13T23:54:30.887" v="106"/>
          <ac:spMkLst>
            <pc:docMk/>
            <pc:sldMk cId="1194340608" sldId="284"/>
            <ac:spMk id="6" creationId="{D880B89E-85DA-42B3-757F-136AB03CAB72}"/>
          </ac:spMkLst>
        </pc:spChg>
        <pc:spChg chg="add del mod ord">
          <ac:chgData name="Girsy Guzmán Garcia" userId="S::girsy.guzmangarcia001@stud.fh-dortmund.de::818ba299-8825-48db-b9e7-c9105b1cca7e" providerId="AD" clId="Web-{405B4464-74D6-76F7-1E64-E16E8E099A7D}" dt="2025-11-13T23:54:30.887" v="105"/>
          <ac:spMkLst>
            <pc:docMk/>
            <pc:sldMk cId="1194340608" sldId="284"/>
            <ac:spMk id="7" creationId="{A69E4552-99AB-6966-4827-1A47ACB61F57}"/>
          </ac:spMkLst>
        </pc:spChg>
        <pc:spChg chg="add del mod ord">
          <ac:chgData name="Girsy Guzmán Garcia" userId="S::girsy.guzmangarcia001@stud.fh-dortmund.de::818ba299-8825-48db-b9e7-c9105b1cca7e" providerId="AD" clId="Web-{405B4464-74D6-76F7-1E64-E16E8E099A7D}" dt="2025-11-13T23:54:30.887" v="104"/>
          <ac:spMkLst>
            <pc:docMk/>
            <pc:sldMk cId="1194340608" sldId="284"/>
            <ac:spMk id="8" creationId="{8A7749A3-95EE-C0EB-81E2-E7A0F3BC81D6}"/>
          </ac:spMkLst>
        </pc:spChg>
        <pc:spChg chg="del">
          <ac:chgData name="Girsy Guzmán Garcia" userId="S::girsy.guzmangarcia001@stud.fh-dortmund.de::818ba299-8825-48db-b9e7-c9105b1cca7e" providerId="AD" clId="Web-{405B4464-74D6-76F7-1E64-E16E8E099A7D}" dt="2025-11-13T23:25:40.115" v="2"/>
          <ac:spMkLst>
            <pc:docMk/>
            <pc:sldMk cId="1194340608" sldId="284"/>
            <ac:spMk id="11" creationId="{AA7BB049-29D2-422D-CB23-97D4C0946176}"/>
          </ac:spMkLst>
        </pc:spChg>
        <pc:picChg chg="add del mod">
          <ac:chgData name="Girsy Guzmán Garcia" userId="S::girsy.guzmangarcia001@stud.fh-dortmund.de::818ba299-8825-48db-b9e7-c9105b1cca7e" providerId="AD" clId="Web-{405B4464-74D6-76F7-1E64-E16E8E099A7D}" dt="2025-11-14T00:03:01.789" v="182"/>
          <ac:picMkLst>
            <pc:docMk/>
            <pc:sldMk cId="1194340608" sldId="284"/>
            <ac:picMk id="9" creationId="{B0D47AD8-E534-29B1-F8A9-6526A72CBC20}"/>
          </ac:picMkLst>
        </pc:picChg>
      </pc:sldChg>
      <pc:sldChg chg="modSp">
        <pc:chgData name="Girsy Guzmán Garcia" userId="S::girsy.guzmangarcia001@stud.fh-dortmund.de::818ba299-8825-48db-b9e7-c9105b1cca7e" providerId="AD" clId="Web-{405B4464-74D6-76F7-1E64-E16E8E099A7D}" dt="2025-11-14T00:00:16.585" v="163" actId="1076"/>
        <pc:sldMkLst>
          <pc:docMk/>
          <pc:sldMk cId="425653353" sldId="285"/>
        </pc:sldMkLst>
        <pc:spChg chg="mod">
          <ac:chgData name="Girsy Guzmán Garcia" userId="S::girsy.guzmangarcia001@stud.fh-dortmund.de::818ba299-8825-48db-b9e7-c9105b1cca7e" providerId="AD" clId="Web-{405B4464-74D6-76F7-1E64-E16E8E099A7D}" dt="2025-11-14T00:00:16.585" v="163" actId="1076"/>
          <ac:spMkLst>
            <pc:docMk/>
            <pc:sldMk cId="425653353" sldId="285"/>
            <ac:spMk id="2" creationId="{12488F08-13F3-32DE-9F83-B18B7B457D84}"/>
          </ac:spMkLst>
        </pc:spChg>
        <pc:spChg chg="mod">
          <ac:chgData name="Girsy Guzmán Garcia" userId="S::girsy.guzmangarcia001@stud.fh-dortmund.de::818ba299-8825-48db-b9e7-c9105b1cca7e" providerId="AD" clId="Web-{405B4464-74D6-76F7-1E64-E16E8E099A7D}" dt="2025-11-13T23:58:20.296" v="140"/>
          <ac:spMkLst>
            <pc:docMk/>
            <pc:sldMk cId="425653353" sldId="285"/>
            <ac:spMk id="4" creationId="{F6D596D7-0A70-7F86-3D9A-5EFE5DA2170A}"/>
          </ac:spMkLst>
        </pc:spChg>
      </pc:sldChg>
      <pc:sldChg chg="addSp delSp modSp new mod modClrScheme chgLayout">
        <pc:chgData name="Girsy Guzmán Garcia" userId="S::girsy.guzmangarcia001@stud.fh-dortmund.de::818ba299-8825-48db-b9e7-c9105b1cca7e" providerId="AD" clId="Web-{405B4464-74D6-76F7-1E64-E16E8E099A7D}" dt="2025-11-13T23:50:11.632" v="90" actId="1076"/>
        <pc:sldMkLst>
          <pc:docMk/>
          <pc:sldMk cId="1116095957" sldId="286"/>
        </pc:sldMkLst>
        <pc:spChg chg="mod ord">
          <ac:chgData name="Girsy Guzmán Garcia" userId="S::girsy.guzmangarcia001@stud.fh-dortmund.de::818ba299-8825-48db-b9e7-c9105b1cca7e" providerId="AD" clId="Web-{405B4464-74D6-76F7-1E64-E16E8E099A7D}" dt="2025-11-13T23:49:39.662" v="87"/>
          <ac:spMkLst>
            <pc:docMk/>
            <pc:sldMk cId="1116095957" sldId="286"/>
            <ac:spMk id="2" creationId="{F4F78F45-34E1-B772-3399-232273B9A400}"/>
          </ac:spMkLst>
        </pc:spChg>
        <pc:spChg chg="mod ord">
          <ac:chgData name="Girsy Guzmán Garcia" userId="S::girsy.guzmangarcia001@stud.fh-dortmund.de::818ba299-8825-48db-b9e7-c9105b1cca7e" providerId="AD" clId="Web-{405B4464-74D6-76F7-1E64-E16E8E099A7D}" dt="2025-11-13T23:50:11.632" v="90" actId="1076"/>
          <ac:spMkLst>
            <pc:docMk/>
            <pc:sldMk cId="1116095957" sldId="286"/>
            <ac:spMk id="3" creationId="{77CEE1A5-3608-0C80-C1E2-149BF4D3474F}"/>
          </ac:spMkLst>
        </pc:spChg>
        <pc:spChg chg="mod ord">
          <ac:chgData name="Girsy Guzmán Garcia" userId="S::girsy.guzmangarcia001@stud.fh-dortmund.de::818ba299-8825-48db-b9e7-c9105b1cca7e" providerId="AD" clId="Web-{405B4464-74D6-76F7-1E64-E16E8E099A7D}" dt="2025-11-13T23:49:58.944" v="89" actId="1076"/>
          <ac:spMkLst>
            <pc:docMk/>
            <pc:sldMk cId="1116095957" sldId="286"/>
            <ac:spMk id="4" creationId="{6C9F9EF4-4B65-1E79-8206-62C7589E9B21}"/>
          </ac:spMkLst>
        </pc:spChg>
        <pc:spChg chg="del mod ord">
          <ac:chgData name="Girsy Guzmán Garcia" userId="S::girsy.guzmangarcia001@stud.fh-dortmund.de::818ba299-8825-48db-b9e7-c9105b1cca7e" providerId="AD" clId="Web-{405B4464-74D6-76F7-1E64-E16E8E099A7D}" dt="2025-11-13T23:47:31.130" v="72"/>
          <ac:spMkLst>
            <pc:docMk/>
            <pc:sldMk cId="1116095957" sldId="286"/>
            <ac:spMk id="5" creationId="{4C50792F-2AE1-9D19-E416-7F5E5B3411E1}"/>
          </ac:spMkLst>
        </pc:spChg>
        <pc:spChg chg="del">
          <ac:chgData name="Girsy Guzmán Garcia" userId="S::girsy.guzmangarcia001@stud.fh-dortmund.de::818ba299-8825-48db-b9e7-c9105b1cca7e" providerId="AD" clId="Web-{405B4464-74D6-76F7-1E64-E16E8E099A7D}" dt="2025-11-13T23:47:02.067" v="62"/>
          <ac:spMkLst>
            <pc:docMk/>
            <pc:sldMk cId="1116095957" sldId="286"/>
            <ac:spMk id="6" creationId="{6A306101-E2AA-F1F8-D8D0-92311DA10D95}"/>
          </ac:spMkLst>
        </pc:spChg>
        <pc:spChg chg="del">
          <ac:chgData name="Girsy Guzmán Garcia" userId="S::girsy.guzmangarcia001@stud.fh-dortmund.de::818ba299-8825-48db-b9e7-c9105b1cca7e" providerId="AD" clId="Web-{405B4464-74D6-76F7-1E64-E16E8E099A7D}" dt="2025-11-13T23:47:02.067" v="62"/>
          <ac:spMkLst>
            <pc:docMk/>
            <pc:sldMk cId="1116095957" sldId="286"/>
            <ac:spMk id="7" creationId="{71A47485-A976-CEF9-34A7-83A9F1E6E736}"/>
          </ac:spMkLst>
        </pc:spChg>
        <pc:spChg chg="del">
          <ac:chgData name="Girsy Guzmán Garcia" userId="S::girsy.guzmangarcia001@stud.fh-dortmund.de::818ba299-8825-48db-b9e7-c9105b1cca7e" providerId="AD" clId="Web-{405B4464-74D6-76F7-1E64-E16E8E099A7D}" dt="2025-11-13T23:47:02.067" v="62"/>
          <ac:spMkLst>
            <pc:docMk/>
            <pc:sldMk cId="1116095957" sldId="286"/>
            <ac:spMk id="8" creationId="{B2A5744F-017A-D5EE-1FD1-10192C5E74C6}"/>
          </ac:spMkLst>
        </pc:spChg>
        <pc:spChg chg="add mod">
          <ac:chgData name="Girsy Guzmán Garcia" userId="S::girsy.guzmangarcia001@stud.fh-dortmund.de::818ba299-8825-48db-b9e7-c9105b1cca7e" providerId="AD" clId="Web-{405B4464-74D6-76F7-1E64-E16E8E099A7D}" dt="2025-11-13T23:48:42.958" v="80" actId="14100"/>
          <ac:spMkLst>
            <pc:docMk/>
            <pc:sldMk cId="1116095957" sldId="286"/>
            <ac:spMk id="10" creationId="{CA7AF292-8A3F-B00A-0836-272F5ACDA2CB}"/>
          </ac:spMkLst>
        </pc:spChg>
        <pc:spChg chg="add del mod ord">
          <ac:chgData name="Girsy Guzmán Garcia" userId="S::girsy.guzmangarcia001@stud.fh-dortmund.de::818ba299-8825-48db-b9e7-c9105b1cca7e" providerId="AD" clId="Web-{405B4464-74D6-76F7-1E64-E16E8E099A7D}" dt="2025-11-13T23:49:45.069" v="88"/>
          <ac:spMkLst>
            <pc:docMk/>
            <pc:sldMk cId="1116095957" sldId="286"/>
            <ac:spMk id="11" creationId="{AA4B3761-098E-1F9D-9611-ADF11D6A8D42}"/>
          </ac:spMkLst>
        </pc:spChg>
      </pc:sldChg>
      <pc:sldChg chg="new del">
        <pc:chgData name="Girsy Guzmán Garcia" userId="S::girsy.guzmangarcia001@stud.fh-dortmund.de::818ba299-8825-48db-b9e7-c9105b1cca7e" providerId="AD" clId="Web-{405B4464-74D6-76F7-1E64-E16E8E099A7D}" dt="2025-11-13T23:50:17.273" v="91"/>
        <pc:sldMkLst>
          <pc:docMk/>
          <pc:sldMk cId="1362780316" sldId="287"/>
        </pc:sldMkLst>
      </pc:sldChg>
      <pc:sldChg chg="new">
        <pc:chgData name="Girsy Guzmán Garcia" userId="S::girsy.guzmangarcia001@stud.fh-dortmund.de::818ba299-8825-48db-b9e7-c9105b1cca7e" providerId="AD" clId="Web-{405B4464-74D6-76F7-1E64-E16E8E099A7D}" dt="2025-11-13T23:49:21.115" v="86"/>
        <pc:sldMkLst>
          <pc:docMk/>
          <pc:sldMk cId="107321218" sldId="288"/>
        </pc:sldMkLst>
      </pc:sldChg>
      <pc:sldChg chg="modSp add replId">
        <pc:chgData name="Girsy Guzmán Garcia" userId="S::girsy.guzmangarcia001@stud.fh-dortmund.de::818ba299-8825-48db-b9e7-c9105b1cca7e" providerId="AD" clId="Web-{405B4464-74D6-76F7-1E64-E16E8E099A7D}" dt="2025-11-13T23:50:31.680" v="96" actId="20577"/>
        <pc:sldMkLst>
          <pc:docMk/>
          <pc:sldMk cId="2615714302" sldId="289"/>
        </pc:sldMkLst>
        <pc:spChg chg="mod">
          <ac:chgData name="Girsy Guzmán Garcia" userId="S::girsy.guzmangarcia001@stud.fh-dortmund.de::818ba299-8825-48db-b9e7-c9105b1cca7e" providerId="AD" clId="Web-{405B4464-74D6-76F7-1E64-E16E8E099A7D}" dt="2025-11-13T23:50:31.680" v="96" actId="20577"/>
          <ac:spMkLst>
            <pc:docMk/>
            <pc:sldMk cId="2615714302" sldId="289"/>
            <ac:spMk id="4" creationId="{CBCDFE06-EE9F-2470-BFDD-EE8BE309A20D}"/>
          </ac:spMkLst>
        </pc:spChg>
      </pc:sldChg>
      <pc:sldChg chg="addSp delSp modSp mod modClrScheme chgLayout">
        <pc:chgData name="Girsy Guzmán Garcia" userId="S::girsy.guzmangarcia001@stud.fh-dortmund.de::818ba299-8825-48db-b9e7-c9105b1cca7e" providerId="AD" clId="Web-{405B4464-74D6-76F7-1E64-E16E8E099A7D}" dt="2025-11-14T00:05:50.836" v="185" actId="14100"/>
        <pc:sldMkLst>
          <pc:docMk/>
          <pc:sldMk cId="3975001896" sldId="290"/>
        </pc:sldMkLst>
        <pc:spChg chg="del mod ord">
          <ac:chgData name="Girsy Guzmán Garcia" userId="S::girsy.guzmangarcia001@stud.fh-dortmund.de::818ba299-8825-48db-b9e7-c9105b1cca7e" providerId="AD" clId="Web-{405B4464-74D6-76F7-1E64-E16E8E099A7D}" dt="2025-11-14T00:00:42.194" v="173"/>
          <ac:spMkLst>
            <pc:docMk/>
            <pc:sldMk cId="3975001896" sldId="290"/>
            <ac:spMk id="2" creationId="{6903A255-B0B7-E104-BAA0-670482E87FD0}"/>
          </ac:spMkLst>
        </pc:spChg>
        <pc:spChg chg="mod ord">
          <ac:chgData name="Girsy Guzmán Garcia" userId="S::girsy.guzmangarcia001@stud.fh-dortmund.de::818ba299-8825-48db-b9e7-c9105b1cca7e" providerId="AD" clId="Web-{405B4464-74D6-76F7-1E64-E16E8E099A7D}" dt="2025-11-13T23:56:20.779" v="120"/>
          <ac:spMkLst>
            <pc:docMk/>
            <pc:sldMk cId="3975001896" sldId="290"/>
            <ac:spMk id="3" creationId="{7D8B7965-3AE6-B784-28D8-5ECB6017F27B}"/>
          </ac:spMkLst>
        </pc:spChg>
        <pc:spChg chg="mod ord">
          <ac:chgData name="Girsy Guzmán Garcia" userId="S::girsy.guzmangarcia001@stud.fh-dortmund.de::818ba299-8825-48db-b9e7-c9105b1cca7e" providerId="AD" clId="Web-{405B4464-74D6-76F7-1E64-E16E8E099A7D}" dt="2025-11-13T23:59:30.256" v="153" actId="20577"/>
          <ac:spMkLst>
            <pc:docMk/>
            <pc:sldMk cId="3975001896" sldId="290"/>
            <ac:spMk id="4" creationId="{0A737907-2517-9A9B-D173-C840E618E4B2}"/>
          </ac:spMkLst>
        </pc:spChg>
        <pc:spChg chg="del">
          <ac:chgData name="Girsy Guzmán Garcia" userId="S::girsy.guzmangarcia001@stud.fh-dortmund.de::818ba299-8825-48db-b9e7-c9105b1cca7e" providerId="AD" clId="Web-{405B4464-74D6-76F7-1E64-E16E8E099A7D}" dt="2025-11-13T23:55:00.450" v="114"/>
          <ac:spMkLst>
            <pc:docMk/>
            <pc:sldMk cId="3975001896" sldId="290"/>
            <ac:spMk id="5" creationId="{90B96F93-A2E9-1AB3-F2AE-FEED3A4DD2A7}"/>
          </ac:spMkLst>
        </pc:spChg>
        <pc:spChg chg="del">
          <ac:chgData name="Girsy Guzmán Garcia" userId="S::girsy.guzmangarcia001@stud.fh-dortmund.de::818ba299-8825-48db-b9e7-c9105b1cca7e" providerId="AD" clId="Web-{405B4464-74D6-76F7-1E64-E16E8E099A7D}" dt="2025-11-13T23:55:00.450" v="113"/>
          <ac:spMkLst>
            <pc:docMk/>
            <pc:sldMk cId="3975001896" sldId="290"/>
            <ac:spMk id="6" creationId="{3B540D1D-B10D-848E-6C5E-589F8A016C03}"/>
          </ac:spMkLst>
        </pc:spChg>
        <pc:spChg chg="del">
          <ac:chgData name="Girsy Guzmán Garcia" userId="S::girsy.guzmangarcia001@stud.fh-dortmund.de::818ba299-8825-48db-b9e7-c9105b1cca7e" providerId="AD" clId="Web-{405B4464-74D6-76F7-1E64-E16E8E099A7D}" dt="2025-11-13T23:55:00.450" v="112"/>
          <ac:spMkLst>
            <pc:docMk/>
            <pc:sldMk cId="3975001896" sldId="290"/>
            <ac:spMk id="7" creationId="{FAB997F6-85B7-78F5-A451-CA6A582CCF3E}"/>
          </ac:spMkLst>
        </pc:spChg>
        <pc:spChg chg="del">
          <ac:chgData name="Girsy Guzmán Garcia" userId="S::girsy.guzmangarcia001@stud.fh-dortmund.de::818ba299-8825-48db-b9e7-c9105b1cca7e" providerId="AD" clId="Web-{405B4464-74D6-76F7-1E64-E16E8E099A7D}" dt="2025-11-13T23:55:00.450" v="111"/>
          <ac:spMkLst>
            <pc:docMk/>
            <pc:sldMk cId="3975001896" sldId="290"/>
            <ac:spMk id="8" creationId="{F33EC512-8BCC-A89E-4649-C30ABCB094B3}"/>
          </ac:spMkLst>
        </pc:spChg>
        <pc:spChg chg="add del mod ord">
          <ac:chgData name="Girsy Guzmán Garcia" userId="S::girsy.guzmangarcia001@stud.fh-dortmund.de::818ba299-8825-48db-b9e7-c9105b1cca7e" providerId="AD" clId="Web-{405B4464-74D6-76F7-1E64-E16E8E099A7D}" dt="2025-11-13T23:56:42.779" v="125"/>
          <ac:spMkLst>
            <pc:docMk/>
            <pc:sldMk cId="3975001896" sldId="290"/>
            <ac:spMk id="10" creationId="{E40F17F0-FC36-1C83-C994-BA144409FC62}"/>
          </ac:spMkLst>
        </pc:spChg>
        <pc:spChg chg="add del mod ord">
          <ac:chgData name="Girsy Guzmán Garcia" userId="S::girsy.guzmangarcia001@stud.fh-dortmund.de::818ba299-8825-48db-b9e7-c9105b1cca7e" providerId="AD" clId="Web-{405B4464-74D6-76F7-1E64-E16E8E099A7D}" dt="2025-11-13T23:56:42.779" v="124"/>
          <ac:spMkLst>
            <pc:docMk/>
            <pc:sldMk cId="3975001896" sldId="290"/>
            <ac:spMk id="11" creationId="{B46E6108-882A-4208-011D-9A7AFBBE28A6}"/>
          </ac:spMkLst>
        </pc:spChg>
        <pc:spChg chg="add del mod ord">
          <ac:chgData name="Girsy Guzmán Garcia" userId="S::girsy.guzmangarcia001@stud.fh-dortmund.de::818ba299-8825-48db-b9e7-c9105b1cca7e" providerId="AD" clId="Web-{405B4464-74D6-76F7-1E64-E16E8E099A7D}" dt="2025-11-13T23:56:42.779" v="123"/>
          <ac:spMkLst>
            <pc:docMk/>
            <pc:sldMk cId="3975001896" sldId="290"/>
            <ac:spMk id="12" creationId="{B1A40DE1-B8E7-4109-6347-974C28D553B1}"/>
          </ac:spMkLst>
        </pc:spChg>
        <pc:spChg chg="add del mod ord">
          <ac:chgData name="Girsy Guzmán Garcia" userId="S::girsy.guzmangarcia001@stud.fh-dortmund.de::818ba299-8825-48db-b9e7-c9105b1cca7e" providerId="AD" clId="Web-{405B4464-74D6-76F7-1E64-E16E8E099A7D}" dt="2025-11-13T23:56:42.779" v="126"/>
          <ac:spMkLst>
            <pc:docMk/>
            <pc:sldMk cId="3975001896" sldId="290"/>
            <ac:spMk id="14" creationId="{50C5B073-EDAD-5AB8-39C3-60650B3F9DA1}"/>
          </ac:spMkLst>
        </pc:spChg>
        <pc:spChg chg="add mod">
          <ac:chgData name="Girsy Guzmán Garcia" userId="S::girsy.guzmangarcia001@stud.fh-dortmund.de::818ba299-8825-48db-b9e7-c9105b1cca7e" providerId="AD" clId="Web-{405B4464-74D6-76F7-1E64-E16E8E099A7D}" dt="2025-11-14T00:00:42.944" v="174"/>
          <ac:spMkLst>
            <pc:docMk/>
            <pc:sldMk cId="3975001896" sldId="290"/>
            <ac:spMk id="16" creationId="{DA0C849B-6133-63CF-948B-E76B95A9ED9C}"/>
          </ac:spMkLst>
        </pc:spChg>
        <pc:picChg chg="add del mod modCrop">
          <ac:chgData name="Girsy Guzmán Garcia" userId="S::girsy.guzmangarcia001@stud.fh-dortmund.de::818ba299-8825-48db-b9e7-c9105b1cca7e" providerId="AD" clId="Web-{405B4464-74D6-76F7-1E64-E16E8E099A7D}" dt="2025-11-13T23:57:12.889" v="132"/>
          <ac:picMkLst>
            <pc:docMk/>
            <pc:sldMk cId="3975001896" sldId="290"/>
            <ac:picMk id="9" creationId="{C5258EC6-6176-0A4B-BE3D-E37ECD181339}"/>
          </ac:picMkLst>
        </pc:picChg>
        <pc:picChg chg="add mod modCrop">
          <ac:chgData name="Girsy Guzmán Garcia" userId="S::girsy.guzmangarcia001@stud.fh-dortmund.de::818ba299-8825-48db-b9e7-c9105b1cca7e" providerId="AD" clId="Web-{405B4464-74D6-76F7-1E64-E16E8E099A7D}" dt="2025-11-14T00:05:50.836" v="185" actId="14100"/>
          <ac:picMkLst>
            <pc:docMk/>
            <pc:sldMk cId="3975001896" sldId="290"/>
            <ac:picMk id="13" creationId="{14418CE4-4BE6-6881-B60E-42EF44CE60B1}"/>
          </ac:picMkLst>
        </pc:picChg>
      </pc:sldChg>
      <pc:sldChg chg="new">
        <pc:chgData name="Girsy Guzmán Garcia" userId="S::girsy.guzmangarcia001@stud.fh-dortmund.de::818ba299-8825-48db-b9e7-c9105b1cca7e" providerId="AD" clId="Web-{405B4464-74D6-76F7-1E64-E16E8E099A7D}" dt="2025-11-14T00:01:43.226" v="175"/>
        <pc:sldMkLst>
          <pc:docMk/>
          <pc:sldMk cId="387963748" sldId="291"/>
        </pc:sldMkLst>
      </pc:sldChg>
      <pc:sldChg chg="addSp delSp modSp new">
        <pc:chgData name="Girsy Guzmán Garcia" userId="S::girsy.guzmangarcia001@stud.fh-dortmund.de::818ba299-8825-48db-b9e7-c9105b1cca7e" providerId="AD" clId="Web-{405B4464-74D6-76F7-1E64-E16E8E099A7D}" dt="2025-11-14T00:02:20.382" v="178"/>
        <pc:sldMkLst>
          <pc:docMk/>
          <pc:sldMk cId="3992409236" sldId="292"/>
        </pc:sldMkLst>
        <pc:picChg chg="add del mod">
          <ac:chgData name="Girsy Guzmán Garcia" userId="S::girsy.guzmangarcia001@stud.fh-dortmund.de::818ba299-8825-48db-b9e7-c9105b1cca7e" providerId="AD" clId="Web-{405B4464-74D6-76F7-1E64-E16E8E099A7D}" dt="2025-11-14T00:02:20.382" v="178"/>
          <ac:picMkLst>
            <pc:docMk/>
            <pc:sldMk cId="3992409236" sldId="292"/>
            <ac:picMk id="9" creationId="{CA3AE144-0CFA-CC0D-222B-B807592F698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a:p>
        </p:txBody>
      </p:sp>
      <p:sp>
        <p:nvSpPr>
          <p:cNvPr id="3" name="Datumsplatzhalt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6DEDA706-36AB-495B-9653-5FB67608AD6D}" type="datetime1">
              <a:rPr lang="de-DE" smtClean="0"/>
              <a:t>14.11.2025</a:t>
            </a:fld>
            <a:endParaRPr lang="de-DE"/>
          </a:p>
        </p:txBody>
      </p:sp>
      <p:sp>
        <p:nvSpPr>
          <p:cNvPr id="4" name="Fußzeilenplatzhalt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a:p>
        </p:txBody>
      </p:sp>
      <p:sp>
        <p:nvSpPr>
          <p:cNvPr id="5" name="Foliennummernplatzhalt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E6482836-E43C-41FF-A11B-3D8AB6E68FC7}" type="slidenum">
              <a:rPr lang="de-DE" smtClean="0"/>
              <a:t>‹Nº›</a:t>
            </a:fld>
            <a:endParaRPr lang="de-DE"/>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8B2EA487-2D7C-489C-B0EF-FA77B0A03DDD}" type="datetime1">
              <a:rPr lang="de-DE" smtClean="0"/>
              <a:t>14.11.2025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de-DE"/>
            </a:defPP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de-DE"/>
            </a:def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DECDE012-9E2E-4477-8B5C-4E7D4E9BCBA6}" type="slidenum">
              <a:rPr lang="de-DE" noProof="0" smtClean="0"/>
              <a:t>‹Nº›</a:t>
            </a:fld>
            <a:endParaRPr lang="de-DE" noProof="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de-DE" sz="1200" kern="1200">
        <a:solidFill>
          <a:schemeClr val="tx1"/>
        </a:solidFill>
        <a:latin typeface="+mn-lt"/>
        <a:ea typeface="+mn-ea"/>
        <a:cs typeface="+mn-cs"/>
      </a:defRPr>
    </a:lvl1pPr>
    <a:lvl2pPr marL="457200" algn="l" defTabSz="914400" rtl="0" eaLnBrk="1" latinLnBrk="0" hangingPunct="1">
      <a:defRPr lang="de-DE" sz="1200" kern="1200">
        <a:solidFill>
          <a:schemeClr val="tx1"/>
        </a:solidFill>
        <a:latin typeface="+mn-lt"/>
        <a:ea typeface="+mn-ea"/>
        <a:cs typeface="+mn-cs"/>
      </a:defRPr>
    </a:lvl2pPr>
    <a:lvl3pPr marL="914400" algn="l" defTabSz="914400" rtl="0" eaLnBrk="1" latinLnBrk="0" hangingPunct="1">
      <a:defRPr lang="de-DE" sz="1200" kern="1200">
        <a:solidFill>
          <a:schemeClr val="tx1"/>
        </a:solidFill>
        <a:latin typeface="+mn-lt"/>
        <a:ea typeface="+mn-ea"/>
        <a:cs typeface="+mn-cs"/>
      </a:defRPr>
    </a:lvl3pPr>
    <a:lvl4pPr marL="1371600" algn="l" defTabSz="914400" rtl="0" eaLnBrk="1" latinLnBrk="0" hangingPunct="1">
      <a:defRPr lang="de-DE" sz="1200" kern="1200">
        <a:solidFill>
          <a:schemeClr val="tx1"/>
        </a:solidFill>
        <a:latin typeface="+mn-lt"/>
        <a:ea typeface="+mn-ea"/>
        <a:cs typeface="+mn-cs"/>
      </a:defRPr>
    </a:lvl4pPr>
    <a:lvl5pPr marL="1828800" algn="l" defTabSz="914400" rtl="0" eaLnBrk="1" latinLnBrk="0" hangingPunct="1">
      <a:defRPr lang="de-DE" sz="1200" kern="1200">
        <a:solidFill>
          <a:schemeClr val="tx1"/>
        </a:solidFill>
        <a:latin typeface="+mn-lt"/>
        <a:ea typeface="+mn-ea"/>
        <a:cs typeface="+mn-cs"/>
      </a:defRPr>
    </a:lvl5pPr>
    <a:lvl6pPr marL="2286000" algn="l" defTabSz="914400" rtl="0" eaLnBrk="1" latinLnBrk="0" hangingPunct="1">
      <a:defRPr lang="de-DE" sz="1200" kern="1200">
        <a:solidFill>
          <a:schemeClr val="tx1"/>
        </a:solidFill>
        <a:latin typeface="+mn-lt"/>
        <a:ea typeface="+mn-ea"/>
        <a:cs typeface="+mn-cs"/>
      </a:defRPr>
    </a:lvl6pPr>
    <a:lvl7pPr marL="2743200" algn="l" defTabSz="914400" rtl="0" eaLnBrk="1" latinLnBrk="0" hangingPunct="1">
      <a:defRPr lang="de-DE" sz="1200" kern="1200">
        <a:solidFill>
          <a:schemeClr val="tx1"/>
        </a:solidFill>
        <a:latin typeface="+mn-lt"/>
        <a:ea typeface="+mn-ea"/>
        <a:cs typeface="+mn-cs"/>
      </a:defRPr>
    </a:lvl7pPr>
    <a:lvl8pPr marL="3200400" algn="l" defTabSz="914400" rtl="0" eaLnBrk="1" latinLnBrk="0" hangingPunct="1">
      <a:defRPr lang="de-DE" sz="1200" kern="1200">
        <a:solidFill>
          <a:schemeClr val="tx1"/>
        </a:solidFill>
        <a:latin typeface="+mn-lt"/>
        <a:ea typeface="+mn-ea"/>
        <a:cs typeface="+mn-cs"/>
      </a:defRPr>
    </a:lvl8pPr>
    <a:lvl9pPr marL="3657600" algn="l" defTabSz="914400" rtl="0" eaLnBrk="1" latinLnBrk="0" hangingPunct="1">
      <a:defRPr lang="de-DE"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a:p>
        </p:txBody>
      </p:sp>
      <p:sp>
        <p:nvSpPr>
          <p:cNvPr id="4" name="Foliennummernplatzhalter 3"/>
          <p:cNvSpPr>
            <a:spLocks noGrp="1"/>
          </p:cNvSpPr>
          <p:nvPr>
            <p:ph type="sldNum" sz="quarter" idx="5"/>
          </p:nvPr>
        </p:nvSpPr>
        <p:spPr/>
        <p:txBody>
          <a:bodyPr rtlCol="0"/>
          <a:lstStyle>
            <a:defPPr>
              <a:defRPr lang="de-DE"/>
            </a:defPPr>
          </a:lstStyle>
          <a:p>
            <a:pPr rtl="0"/>
            <a:fld id="{DECDE012-9E2E-4477-8B5C-4E7D4E9BCBA6}" type="slidenum">
              <a:rPr lang="de-DE" smtClean="0"/>
              <a:t>1</a:t>
            </a:fld>
            <a:endParaRPr lang="de-DE"/>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a:p>
        </p:txBody>
      </p:sp>
      <p:sp>
        <p:nvSpPr>
          <p:cNvPr id="4" name="Foliennummernplatzhalter 3"/>
          <p:cNvSpPr>
            <a:spLocks noGrp="1"/>
          </p:cNvSpPr>
          <p:nvPr>
            <p:ph type="sldNum" sz="quarter" idx="5"/>
          </p:nvPr>
        </p:nvSpPr>
        <p:spPr/>
        <p:txBody>
          <a:bodyPr rtlCol="0"/>
          <a:lstStyle>
            <a:defPPr>
              <a:defRPr lang="de-DE"/>
            </a:defPPr>
          </a:lstStyle>
          <a:p>
            <a:pPr rtl="0"/>
            <a:fld id="{DECDE012-9E2E-4477-8B5C-4E7D4E9BCBA6}" type="slidenum">
              <a:rPr lang="de-DE" noProof="0" smtClean="0"/>
              <a:t>2</a:t>
            </a:fld>
            <a:endParaRPr lang="de-DE" noProof="0"/>
          </a:p>
        </p:txBody>
      </p:sp>
    </p:spTree>
    <p:extLst>
      <p:ext uri="{BB962C8B-B14F-4D97-AF65-F5344CB8AC3E}">
        <p14:creationId xmlns:p14="http://schemas.microsoft.com/office/powerpoint/2010/main" val="1228060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a:p>
        </p:txBody>
      </p:sp>
      <p:sp>
        <p:nvSpPr>
          <p:cNvPr id="4" name="Foliennummernplatzhalter 3"/>
          <p:cNvSpPr>
            <a:spLocks noGrp="1"/>
          </p:cNvSpPr>
          <p:nvPr>
            <p:ph type="sldNum" sz="quarter" idx="5"/>
          </p:nvPr>
        </p:nvSpPr>
        <p:spPr/>
        <p:txBody>
          <a:bodyPr rtlCol="0"/>
          <a:lstStyle>
            <a:defPPr>
              <a:defRPr lang="de-DE"/>
            </a:defPPr>
          </a:lstStyle>
          <a:p>
            <a:pPr rtl="0"/>
            <a:fld id="{DECDE012-9E2E-4477-8B5C-4E7D4E9BCBA6}" type="slidenum">
              <a:rPr lang="de-DE" noProof="0" smtClean="0"/>
              <a:t>3</a:t>
            </a:fld>
            <a:endParaRPr lang="de-DE" noProof="0"/>
          </a:p>
        </p:txBody>
      </p:sp>
    </p:spTree>
    <p:extLst>
      <p:ext uri="{BB962C8B-B14F-4D97-AF65-F5344CB8AC3E}">
        <p14:creationId xmlns:p14="http://schemas.microsoft.com/office/powerpoint/2010/main" val="1673130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rtlCol="0" anchor="t">
            <a:normAutofit/>
          </a:bodyPr>
          <a:lstStyle>
            <a:lvl1pPr algn="l">
              <a:lnSpc>
                <a:spcPct val="80000"/>
              </a:lnSpc>
              <a:defRPr lang="de-DE" sz="7200" cap="all" baseline="0">
                <a:solidFill>
                  <a:schemeClr val="bg1"/>
                </a:solidFill>
              </a:defRPr>
            </a:lvl1pPr>
          </a:lstStyle>
          <a:p>
            <a:pPr rtl="0"/>
            <a:r>
              <a:rPr lang="de-DE"/>
              <a:t>Titelmasterformat durch Klicken bearbeiten</a:t>
            </a:r>
          </a:p>
        </p:txBody>
      </p:sp>
      <p:sp>
        <p:nvSpPr>
          <p:cNvPr id="3" name="Untertitel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rtlCol="0"/>
          <a:lstStyle>
            <a:lvl1pPr marL="0" indent="0" algn="l">
              <a:lnSpc>
                <a:spcPct val="80000"/>
              </a:lnSpc>
              <a:spcBef>
                <a:spcPts val="0"/>
              </a:spcBef>
              <a:buNone/>
              <a:defRPr lang="de-DE" sz="2400" b="1">
                <a:solidFill>
                  <a:schemeClr val="bg1"/>
                </a:solidFill>
              </a:defRPr>
            </a:lvl1pPr>
            <a:lvl2pPr marL="457200" indent="0" algn="ctr">
              <a:buNone/>
              <a:defRPr lang="de-DE" sz="2000"/>
            </a:lvl2pPr>
            <a:lvl3pPr marL="914400" indent="0" algn="ctr">
              <a:buNone/>
              <a:defRPr lang="de-DE" sz="1800"/>
            </a:lvl3pPr>
            <a:lvl4pPr marL="1371600" indent="0" algn="ctr">
              <a:buNone/>
              <a:defRPr lang="de-DE" sz="1600"/>
            </a:lvl4pPr>
            <a:lvl5pPr marL="1828800" indent="0" algn="ctr">
              <a:buNone/>
              <a:defRPr lang="de-DE" sz="1600"/>
            </a:lvl5pPr>
            <a:lvl6pPr marL="2286000" indent="0" algn="ctr">
              <a:buNone/>
              <a:defRPr lang="de-DE" sz="1600"/>
            </a:lvl6pPr>
            <a:lvl7pPr marL="2743200" indent="0" algn="ctr">
              <a:buNone/>
              <a:defRPr lang="de-DE" sz="1600"/>
            </a:lvl7pPr>
            <a:lvl8pPr marL="3200400" indent="0" algn="ctr">
              <a:buNone/>
              <a:defRPr lang="de-DE" sz="1600"/>
            </a:lvl8pPr>
            <a:lvl9pPr marL="3657600" indent="0" algn="ctr">
              <a:buNone/>
              <a:defRPr lang="de-DE" sz="1600"/>
            </a:lvl9pPr>
          </a:lstStyle>
          <a:p>
            <a:pPr rtl="0"/>
            <a:r>
              <a:rPr lang="de-DE"/>
              <a:t>Formatvorlage des Untertitelmasters durch Klicken bearbeiten</a:t>
            </a:r>
          </a:p>
        </p:txBody>
      </p:sp>
      <p:grpSp>
        <p:nvGrpSpPr>
          <p:cNvPr id="7" name="Gruppieren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Gerader Verbinde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rtlCol="0"/>
          <a:lstStyle>
            <a:lvl1pPr>
              <a:defRPr lang="de-DE" sz="5000"/>
            </a:lvl1pPr>
          </a:lstStyle>
          <a:p>
            <a:pPr rtl="0"/>
            <a:r>
              <a:rPr lang="de-DE"/>
              <a:t>Titelmasterformat durch Klicken bearbeiten</a:t>
            </a:r>
          </a:p>
        </p:txBody>
      </p:sp>
      <p:sp>
        <p:nvSpPr>
          <p:cNvPr id="3" name="Inhaltsplatzhalt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rtlCol="0"/>
          <a:lstStyle>
            <a:lvl1pPr marL="0" indent="0">
              <a:lnSpc>
                <a:spcPct val="100000"/>
              </a:lnSpc>
              <a:spcBef>
                <a:spcPts val="0"/>
              </a:spcBef>
              <a:spcAft>
                <a:spcPts val="1500"/>
              </a:spcAft>
              <a:buNone/>
              <a:defRPr lang="de-DE" sz="2200" b="1"/>
            </a:lvl1pPr>
            <a:lvl2pPr marL="0" indent="0">
              <a:lnSpc>
                <a:spcPct val="100000"/>
              </a:lnSpc>
              <a:spcBef>
                <a:spcPts val="0"/>
              </a:spcBef>
              <a:buNone/>
              <a:defRPr lang="de-DE" sz="1600" i="1"/>
            </a:lvl2pPr>
          </a:lstStyle>
          <a:p>
            <a:pPr lvl="0" rtl="0"/>
            <a:r>
              <a:rPr lang="de-DE"/>
              <a:t>Textmasterformat durch Klicken bearbeiten</a:t>
            </a:r>
          </a:p>
          <a:p>
            <a:pPr lvl="1" rtl="0"/>
            <a:r>
              <a:rPr lang="de-DE"/>
              <a:t>Zweite Ebene</a:t>
            </a:r>
          </a:p>
          <a:p>
            <a:pPr lvl="2" rtl="0"/>
            <a:endParaRPr lang="de-DE"/>
          </a:p>
        </p:txBody>
      </p:sp>
      <p:sp>
        <p:nvSpPr>
          <p:cNvPr id="5" name="Fußzeilenplatzhalt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rtlCol="0"/>
          <a:lstStyle>
            <a:defPPr>
              <a:defRPr lang="de-DE"/>
            </a:defPPr>
          </a:lstStyle>
          <a:p>
            <a:pPr rtl="0"/>
            <a:r>
              <a:rPr lang="de-DE"/>
              <a:t>Titel der Präsentation</a:t>
            </a:r>
          </a:p>
        </p:txBody>
      </p:sp>
      <p:sp>
        <p:nvSpPr>
          <p:cNvPr id="6" name="Foliennummernplatzhalt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t>‹Nº›</a:t>
            </a:fld>
            <a:endParaRPr lang="de-DE" noProof="0"/>
          </a:p>
        </p:txBody>
      </p:sp>
      <p:grpSp>
        <p:nvGrpSpPr>
          <p:cNvPr id="7" name="Gruppieren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Gerader Verbinde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rtlCol="0" anchor="b"/>
          <a:lstStyle>
            <a:lvl1pPr>
              <a:defRPr lang="de-DE" sz="6000">
                <a:solidFill>
                  <a:schemeClr val="bg1"/>
                </a:solidFill>
              </a:defRPr>
            </a:lvl1pPr>
          </a:lstStyle>
          <a:p>
            <a:pPr rtl="0"/>
            <a:r>
              <a:rPr lang="de-DE"/>
              <a:t>Titelmasterformat durch Klicken bearbeiten</a:t>
            </a:r>
          </a:p>
        </p:txBody>
      </p:sp>
      <p:sp>
        <p:nvSpPr>
          <p:cNvPr id="3" name="Textplatzhalt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rtlCol="0"/>
          <a:lstStyle>
            <a:lvl1pPr marL="0" indent="0">
              <a:buNone/>
              <a:defRPr lang="de-DE" sz="2400">
                <a:solidFill>
                  <a:schemeClr val="bg1"/>
                </a:solidFill>
              </a:defRPr>
            </a:lvl1pPr>
            <a:lvl2pPr marL="457200" indent="0">
              <a:buNone/>
              <a:defRPr lang="de-DE" sz="2000">
                <a:solidFill>
                  <a:schemeClr val="tx1">
                    <a:tint val="75000"/>
                  </a:schemeClr>
                </a:solidFill>
              </a:defRPr>
            </a:lvl2pPr>
            <a:lvl3pPr marL="914400" indent="0">
              <a:buNone/>
              <a:defRPr lang="de-DE" sz="1800">
                <a:solidFill>
                  <a:schemeClr val="tx1">
                    <a:tint val="75000"/>
                  </a:schemeClr>
                </a:solidFill>
              </a:defRPr>
            </a:lvl3pPr>
            <a:lvl4pPr marL="1371600" indent="0">
              <a:buNone/>
              <a:defRPr lang="de-DE" sz="1600">
                <a:solidFill>
                  <a:schemeClr val="tx1">
                    <a:tint val="75000"/>
                  </a:schemeClr>
                </a:solidFill>
              </a:defRPr>
            </a:lvl4pPr>
            <a:lvl5pPr marL="1828800" indent="0">
              <a:buNone/>
              <a:defRPr lang="de-DE" sz="1600">
                <a:solidFill>
                  <a:schemeClr val="tx1">
                    <a:tint val="75000"/>
                  </a:schemeClr>
                </a:solidFill>
              </a:defRPr>
            </a:lvl5pPr>
            <a:lvl6pPr marL="2286000" indent="0">
              <a:buNone/>
              <a:defRPr lang="de-DE" sz="1600">
                <a:solidFill>
                  <a:schemeClr val="tx1">
                    <a:tint val="75000"/>
                  </a:schemeClr>
                </a:solidFill>
              </a:defRPr>
            </a:lvl6pPr>
            <a:lvl7pPr marL="2743200" indent="0">
              <a:buNone/>
              <a:defRPr lang="de-DE" sz="1600">
                <a:solidFill>
                  <a:schemeClr val="tx1">
                    <a:tint val="75000"/>
                  </a:schemeClr>
                </a:solidFill>
              </a:defRPr>
            </a:lvl7pPr>
            <a:lvl8pPr marL="3200400" indent="0">
              <a:buNone/>
              <a:defRPr lang="de-DE" sz="1600">
                <a:solidFill>
                  <a:schemeClr val="tx1">
                    <a:tint val="75000"/>
                  </a:schemeClr>
                </a:solidFill>
              </a:defRPr>
            </a:lvl8pPr>
            <a:lvl9pPr marL="3657600" indent="0">
              <a:buNone/>
              <a:defRPr lang="de-DE" sz="1600">
                <a:solidFill>
                  <a:schemeClr val="tx1">
                    <a:tint val="75000"/>
                  </a:schemeClr>
                </a:solidFill>
              </a:defRPr>
            </a:lvl9pPr>
          </a:lstStyle>
          <a:p>
            <a:pPr lvl="0" rtl="0"/>
            <a:r>
              <a:rPr lang="de-DE"/>
              <a:t>Textmasterformat durch Klicken bearbeiten</a:t>
            </a:r>
          </a:p>
        </p:txBody>
      </p:sp>
      <p:grpSp>
        <p:nvGrpSpPr>
          <p:cNvPr id="7" name="Gruppieren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Gerader Verbinde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zwei Spalten dunkel">
    <p:bg>
      <p:bgPr>
        <a:solidFill>
          <a:schemeClr val="accent5"/>
        </a:solidFill>
        <a:effectLst/>
      </p:bgPr>
    </p:bg>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de-DE"/>
            </a:defPPr>
          </a:lstStyle>
          <a:p>
            <a:pPr rtl="0"/>
            <a:r>
              <a:rPr lang="de-DE" noProof="0"/>
              <a:t>Titel der Präsentation</a:t>
            </a:r>
          </a:p>
        </p:txBody>
      </p:sp>
      <p:sp>
        <p:nvSpPr>
          <p:cNvPr id="5" name="Foliennummernplatzhalt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pPr rtl="0"/>
              <a:t>‹Nº›</a:t>
            </a:fld>
            <a:endParaRPr lang="de-DE" noProof="0"/>
          </a:p>
        </p:txBody>
      </p:sp>
      <p:sp>
        <p:nvSpPr>
          <p:cNvPr id="6" name="Rechteck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noProof="0"/>
          </a:p>
        </p:txBody>
      </p:sp>
      <p:cxnSp>
        <p:nvCxnSpPr>
          <p:cNvPr id="7" name="Gerader Verbinde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el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rtlCol="0"/>
          <a:lstStyle>
            <a:lvl1pPr>
              <a:defRPr lang="de-DE" sz="5000">
                <a:solidFill>
                  <a:schemeClr val="bg1"/>
                </a:solidFill>
              </a:defRPr>
            </a:lvl1pPr>
          </a:lstStyle>
          <a:p>
            <a:pPr rtl="0"/>
            <a:r>
              <a:rPr lang="de-DE" noProof="0"/>
              <a:t>Titelmasterformat durch Klicken bearbeiten</a:t>
            </a:r>
          </a:p>
        </p:txBody>
      </p:sp>
      <p:sp>
        <p:nvSpPr>
          <p:cNvPr id="11" name="Textplatzhalt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rtlCol="0"/>
          <a:lstStyle>
            <a:lvl1pPr marL="0" indent="0">
              <a:lnSpc>
                <a:spcPct val="100000"/>
              </a:lnSpc>
              <a:spcBef>
                <a:spcPts val="0"/>
              </a:spcBef>
              <a:buNone/>
              <a:defRPr lang="de-DE" sz="2200" b="1">
                <a:solidFill>
                  <a:schemeClr val="bg1"/>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2" name="Textplatzhalt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rtlCol="0"/>
          <a:lstStyle>
            <a:lvl1pPr marL="0" indent="0">
              <a:lnSpc>
                <a:spcPct val="100000"/>
              </a:lnSpc>
              <a:spcBef>
                <a:spcPts val="0"/>
              </a:spcBef>
              <a:buNone/>
              <a:defRPr lang="de-DE" sz="2200" b="1">
                <a:solidFill>
                  <a:schemeClr val="bg1"/>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4" name="Textplatzhalt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rtlCol="0"/>
          <a:lstStyle>
            <a:lvl1pPr marL="283464" indent="-283464">
              <a:lnSpc>
                <a:spcPct val="150000"/>
              </a:lnSpc>
              <a:spcBef>
                <a:spcPts val="0"/>
              </a:spcBef>
              <a:defRPr lang="de-DE" sz="1600">
                <a:solidFill>
                  <a:schemeClr val="bg1"/>
                </a:solidFill>
              </a:defRPr>
            </a:lvl1pPr>
            <a:lvl2pPr indent="-283464">
              <a:lnSpc>
                <a:spcPct val="150000"/>
              </a:lnSpc>
              <a:spcBef>
                <a:spcPts val="0"/>
              </a:spcBef>
              <a:defRPr lang="de-DE" sz="1600">
                <a:solidFill>
                  <a:schemeClr val="bg1"/>
                </a:solidFill>
              </a:defRPr>
            </a:lvl2pPr>
            <a:lvl3pPr indent="-283464">
              <a:lnSpc>
                <a:spcPct val="150000"/>
              </a:lnSpc>
              <a:spcBef>
                <a:spcPts val="0"/>
              </a:spcBef>
              <a:defRPr lang="de-DE" sz="1600">
                <a:solidFill>
                  <a:schemeClr val="bg1"/>
                </a:solidFill>
              </a:defRPr>
            </a:lvl3pPr>
            <a:lvl4pPr indent="-283464">
              <a:lnSpc>
                <a:spcPct val="150000"/>
              </a:lnSpc>
              <a:spcBef>
                <a:spcPts val="0"/>
              </a:spcBef>
              <a:defRPr lang="de-DE" sz="1600">
                <a:solidFill>
                  <a:schemeClr val="bg1"/>
                </a:solidFill>
              </a:defRPr>
            </a:lvl4pPr>
            <a:lvl5pPr indent="-283464">
              <a:lnSpc>
                <a:spcPct val="150000"/>
              </a:lnSpc>
              <a:spcBef>
                <a:spcPts val="0"/>
              </a:spcBef>
              <a:defRPr lang="de-DE" sz="1600">
                <a:solidFill>
                  <a:schemeClr val="bg1"/>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15" name="Textplatzhalt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rtlCol="0"/>
          <a:lstStyle>
            <a:lvl1pPr marL="283464" indent="-283464">
              <a:lnSpc>
                <a:spcPct val="150000"/>
              </a:lnSpc>
              <a:spcBef>
                <a:spcPts val="0"/>
              </a:spcBef>
              <a:defRPr lang="de-DE" sz="1600">
                <a:solidFill>
                  <a:schemeClr val="bg1"/>
                </a:solidFill>
              </a:defRPr>
            </a:lvl1pPr>
            <a:lvl2pPr indent="-283464">
              <a:lnSpc>
                <a:spcPct val="150000"/>
              </a:lnSpc>
              <a:spcBef>
                <a:spcPts val="0"/>
              </a:spcBef>
              <a:defRPr lang="de-DE" sz="1600">
                <a:solidFill>
                  <a:schemeClr val="bg1"/>
                </a:solidFill>
              </a:defRPr>
            </a:lvl2pPr>
            <a:lvl3pPr indent="-283464">
              <a:lnSpc>
                <a:spcPct val="150000"/>
              </a:lnSpc>
              <a:spcBef>
                <a:spcPts val="0"/>
              </a:spcBef>
              <a:defRPr lang="de-DE" sz="1600">
                <a:solidFill>
                  <a:schemeClr val="bg1"/>
                </a:solidFill>
              </a:defRPr>
            </a:lvl3pPr>
            <a:lvl4pPr indent="-283464">
              <a:lnSpc>
                <a:spcPct val="150000"/>
              </a:lnSpc>
              <a:spcBef>
                <a:spcPts val="0"/>
              </a:spcBef>
              <a:defRPr lang="de-DE" sz="1600">
                <a:solidFill>
                  <a:schemeClr val="bg1"/>
                </a:solidFill>
              </a:defRPr>
            </a:lvl4pPr>
            <a:lvl5pPr indent="-283464">
              <a:lnSpc>
                <a:spcPct val="150000"/>
              </a:lnSpc>
              <a:spcBef>
                <a:spcPts val="0"/>
              </a:spcBef>
              <a:defRPr lang="de-DE" sz="1600">
                <a:solidFill>
                  <a:schemeClr val="bg1"/>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zwei Spalten hell">
    <p:bg>
      <p:bgPr>
        <a:solidFill>
          <a:schemeClr val="accent6"/>
        </a:solidFill>
        <a:effectLst/>
      </p:bgPr>
    </p:bg>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de-DE"/>
            </a:defPPr>
          </a:lstStyle>
          <a:p>
            <a:pPr rtl="0"/>
            <a:r>
              <a:rPr lang="de-DE" noProof="0"/>
              <a:t>Titel der Präsentation</a:t>
            </a:r>
          </a:p>
        </p:txBody>
      </p:sp>
      <p:sp>
        <p:nvSpPr>
          <p:cNvPr id="5" name="Foliennummernplatzhalt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pPr rtl="0"/>
              <a:t>‹Nº›</a:t>
            </a:fld>
            <a:endParaRPr lang="de-DE" noProof="0"/>
          </a:p>
        </p:txBody>
      </p:sp>
      <p:sp>
        <p:nvSpPr>
          <p:cNvPr id="6" name="Rechteck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noProof="0"/>
          </a:p>
        </p:txBody>
      </p:sp>
      <p:sp>
        <p:nvSpPr>
          <p:cNvPr id="9" name="Titel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rtlCol="0"/>
          <a:lstStyle>
            <a:lvl1pPr>
              <a:defRPr lang="de-DE" sz="5000">
                <a:solidFill>
                  <a:schemeClr val="tx2"/>
                </a:solidFill>
              </a:defRPr>
            </a:lvl1pPr>
          </a:lstStyle>
          <a:p>
            <a:pPr rtl="0"/>
            <a:r>
              <a:rPr lang="de-DE" noProof="0"/>
              <a:t>Titelmasterformat durch Klicken bearbeiten</a:t>
            </a:r>
          </a:p>
        </p:txBody>
      </p:sp>
      <p:sp>
        <p:nvSpPr>
          <p:cNvPr id="11" name="Textplatzhalt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2" name="Textplatzhalt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4" name="Textplatzhalt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15" name="Textplatzhalt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grpSp>
        <p:nvGrpSpPr>
          <p:cNvPr id="13" name="Gruppieren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Gerader Verbinde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 dunkles Band">
    <p:bg>
      <p:bgPr>
        <a:solidFill>
          <a:schemeClr val="accent5"/>
        </a:solidFill>
        <a:effectLst/>
      </p:bgPr>
    </p:bg>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lang="de-DE" sz="1800" kern="1200">
                <a:solidFill>
                  <a:schemeClr val="lt1"/>
                </a:solidFill>
                <a:latin typeface="+mn-lt"/>
                <a:ea typeface="+mn-ea"/>
                <a:cs typeface="+mn-cs"/>
              </a:defRPr>
            </a:lvl1pPr>
            <a:lvl2pPr marL="457200" algn="l" defTabSz="914400" rtl="0" eaLnBrk="1" latinLnBrk="0" hangingPunct="1">
              <a:defRPr lang="de-DE" sz="1800" kern="1200">
                <a:solidFill>
                  <a:schemeClr val="lt1"/>
                </a:solidFill>
                <a:latin typeface="+mn-lt"/>
                <a:ea typeface="+mn-ea"/>
                <a:cs typeface="+mn-cs"/>
              </a:defRPr>
            </a:lvl2pPr>
            <a:lvl3pPr marL="914400" algn="l" defTabSz="914400" rtl="0" eaLnBrk="1" latinLnBrk="0" hangingPunct="1">
              <a:defRPr lang="de-DE" sz="1800" kern="1200">
                <a:solidFill>
                  <a:schemeClr val="lt1"/>
                </a:solidFill>
                <a:latin typeface="+mn-lt"/>
                <a:ea typeface="+mn-ea"/>
                <a:cs typeface="+mn-cs"/>
              </a:defRPr>
            </a:lvl3pPr>
            <a:lvl4pPr marL="1371600" algn="l" defTabSz="914400" rtl="0" eaLnBrk="1" latinLnBrk="0" hangingPunct="1">
              <a:defRPr lang="de-DE" sz="1800" kern="1200">
                <a:solidFill>
                  <a:schemeClr val="lt1"/>
                </a:solidFill>
                <a:latin typeface="+mn-lt"/>
                <a:ea typeface="+mn-ea"/>
                <a:cs typeface="+mn-cs"/>
              </a:defRPr>
            </a:lvl4pPr>
            <a:lvl5pPr marL="1828800" algn="l" defTabSz="914400" rtl="0" eaLnBrk="1" latinLnBrk="0" hangingPunct="1">
              <a:defRPr lang="de-DE" sz="1800" kern="1200">
                <a:solidFill>
                  <a:schemeClr val="lt1"/>
                </a:solidFill>
                <a:latin typeface="+mn-lt"/>
                <a:ea typeface="+mn-ea"/>
                <a:cs typeface="+mn-cs"/>
              </a:defRPr>
            </a:lvl5pPr>
            <a:lvl6pPr marL="2286000" algn="l" defTabSz="914400" rtl="0" eaLnBrk="1" latinLnBrk="0" hangingPunct="1">
              <a:defRPr lang="de-DE" sz="1800" kern="1200">
                <a:solidFill>
                  <a:schemeClr val="lt1"/>
                </a:solidFill>
                <a:latin typeface="+mn-lt"/>
                <a:ea typeface="+mn-ea"/>
                <a:cs typeface="+mn-cs"/>
              </a:defRPr>
            </a:lvl6pPr>
            <a:lvl7pPr marL="2743200" algn="l" defTabSz="914400" rtl="0" eaLnBrk="1" latinLnBrk="0" hangingPunct="1">
              <a:defRPr lang="de-DE" sz="1800" kern="1200">
                <a:solidFill>
                  <a:schemeClr val="lt1"/>
                </a:solidFill>
                <a:latin typeface="+mn-lt"/>
                <a:ea typeface="+mn-ea"/>
                <a:cs typeface="+mn-cs"/>
              </a:defRPr>
            </a:lvl7pPr>
            <a:lvl8pPr marL="3200400" algn="l" defTabSz="914400" rtl="0" eaLnBrk="1" latinLnBrk="0" hangingPunct="1">
              <a:defRPr lang="de-DE" sz="1800" kern="1200">
                <a:solidFill>
                  <a:schemeClr val="lt1"/>
                </a:solidFill>
                <a:latin typeface="+mn-lt"/>
                <a:ea typeface="+mn-ea"/>
                <a:cs typeface="+mn-cs"/>
              </a:defRPr>
            </a:lvl8pPr>
            <a:lvl9pPr marL="3657600" algn="l" defTabSz="914400" rtl="0" eaLnBrk="1" latinLnBrk="0" hangingPunct="1">
              <a:defRPr lang="de-DE" sz="1800" kern="1200">
                <a:solidFill>
                  <a:schemeClr val="lt1"/>
                </a:solidFill>
                <a:latin typeface="+mn-lt"/>
                <a:ea typeface="+mn-ea"/>
                <a:cs typeface="+mn-cs"/>
              </a:defRPr>
            </a:lvl9pPr>
          </a:lstStyle>
          <a:p>
            <a:pPr algn="ctr" rtl="0"/>
            <a:endParaRPr lang="de-DE" noProof="0"/>
          </a:p>
        </p:txBody>
      </p:sp>
      <p:sp>
        <p:nvSpPr>
          <p:cNvPr id="4" name="Fußzeilenplatzhalt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lvl1pPr>
              <a:defRPr lang="de-DE">
                <a:solidFill>
                  <a:schemeClr val="accent5"/>
                </a:solidFill>
              </a:defRPr>
            </a:lvl1pPr>
          </a:lstStyle>
          <a:p>
            <a:pPr rtl="0"/>
            <a:r>
              <a:rPr lang="de-DE" noProof="0"/>
              <a:t>Titel der Präsentation</a:t>
            </a:r>
          </a:p>
        </p:txBody>
      </p:sp>
      <p:sp>
        <p:nvSpPr>
          <p:cNvPr id="5" name="Foliennummernplatzhalt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lvl1pPr>
              <a:defRPr lang="de-DE">
                <a:solidFill>
                  <a:schemeClr val="accent5"/>
                </a:solidFill>
              </a:defRPr>
            </a:lvl1pPr>
          </a:lstStyle>
          <a:p>
            <a:pPr rtl="0"/>
            <a:fld id="{5BFCF61C-3B18-4C03-8326-CC3B32D710C9}" type="slidenum">
              <a:rPr lang="de-DE" noProof="0" smtClean="0"/>
              <a:pPr rtl="0"/>
              <a:t>‹Nº›</a:t>
            </a:fld>
            <a:endParaRPr lang="de-DE" noProof="0"/>
          </a:p>
        </p:txBody>
      </p:sp>
      <p:sp>
        <p:nvSpPr>
          <p:cNvPr id="9" name="Titel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rtlCol="0"/>
          <a:lstStyle>
            <a:lvl1pPr>
              <a:defRPr lang="de-DE" sz="5000">
                <a:solidFill>
                  <a:schemeClr val="accent5"/>
                </a:solidFill>
              </a:defRPr>
            </a:lvl1pPr>
          </a:lstStyle>
          <a:p>
            <a:pPr rtl="0"/>
            <a:r>
              <a:rPr lang="de-DE" noProof="0"/>
              <a:t>Titelmasterformat durch Klicken bearbeiten</a:t>
            </a:r>
          </a:p>
        </p:txBody>
      </p:sp>
      <p:sp>
        <p:nvSpPr>
          <p:cNvPr id="11" name="Textplatzhalt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4" name="Textplatzhalt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15" name="Textplatzhalt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grpSp>
        <p:nvGrpSpPr>
          <p:cNvPr id="19" name="Gruppieren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Gerader Verbinde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ei Inhalte auf der linken Seite">
    <p:bg>
      <p:bgPr>
        <a:solidFill>
          <a:schemeClr val="accent5"/>
        </a:solidFill>
        <a:effectLst/>
      </p:bgPr>
    </p:bg>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lang="de-DE" sz="1800" kern="1200">
                <a:solidFill>
                  <a:schemeClr val="lt1"/>
                </a:solidFill>
                <a:latin typeface="+mn-lt"/>
                <a:ea typeface="+mn-ea"/>
                <a:cs typeface="+mn-cs"/>
              </a:defRPr>
            </a:lvl1pPr>
            <a:lvl2pPr marL="457200" algn="l" defTabSz="914400" rtl="0" eaLnBrk="1" latinLnBrk="0" hangingPunct="1">
              <a:defRPr lang="de-DE" sz="1800" kern="1200">
                <a:solidFill>
                  <a:schemeClr val="lt1"/>
                </a:solidFill>
                <a:latin typeface="+mn-lt"/>
                <a:ea typeface="+mn-ea"/>
                <a:cs typeface="+mn-cs"/>
              </a:defRPr>
            </a:lvl2pPr>
            <a:lvl3pPr marL="914400" algn="l" defTabSz="914400" rtl="0" eaLnBrk="1" latinLnBrk="0" hangingPunct="1">
              <a:defRPr lang="de-DE" sz="1800" kern="1200">
                <a:solidFill>
                  <a:schemeClr val="lt1"/>
                </a:solidFill>
                <a:latin typeface="+mn-lt"/>
                <a:ea typeface="+mn-ea"/>
                <a:cs typeface="+mn-cs"/>
              </a:defRPr>
            </a:lvl3pPr>
            <a:lvl4pPr marL="1371600" algn="l" defTabSz="914400" rtl="0" eaLnBrk="1" latinLnBrk="0" hangingPunct="1">
              <a:defRPr lang="de-DE" sz="1800" kern="1200">
                <a:solidFill>
                  <a:schemeClr val="lt1"/>
                </a:solidFill>
                <a:latin typeface="+mn-lt"/>
                <a:ea typeface="+mn-ea"/>
                <a:cs typeface="+mn-cs"/>
              </a:defRPr>
            </a:lvl4pPr>
            <a:lvl5pPr marL="1828800" algn="l" defTabSz="914400" rtl="0" eaLnBrk="1" latinLnBrk="0" hangingPunct="1">
              <a:defRPr lang="de-DE" sz="1800" kern="1200">
                <a:solidFill>
                  <a:schemeClr val="lt1"/>
                </a:solidFill>
                <a:latin typeface="+mn-lt"/>
                <a:ea typeface="+mn-ea"/>
                <a:cs typeface="+mn-cs"/>
              </a:defRPr>
            </a:lvl5pPr>
            <a:lvl6pPr marL="2286000" algn="l" defTabSz="914400" rtl="0" eaLnBrk="1" latinLnBrk="0" hangingPunct="1">
              <a:defRPr lang="de-DE" sz="1800" kern="1200">
                <a:solidFill>
                  <a:schemeClr val="lt1"/>
                </a:solidFill>
                <a:latin typeface="+mn-lt"/>
                <a:ea typeface="+mn-ea"/>
                <a:cs typeface="+mn-cs"/>
              </a:defRPr>
            </a:lvl6pPr>
            <a:lvl7pPr marL="2743200" algn="l" defTabSz="914400" rtl="0" eaLnBrk="1" latinLnBrk="0" hangingPunct="1">
              <a:defRPr lang="de-DE" sz="1800" kern="1200">
                <a:solidFill>
                  <a:schemeClr val="lt1"/>
                </a:solidFill>
                <a:latin typeface="+mn-lt"/>
                <a:ea typeface="+mn-ea"/>
                <a:cs typeface="+mn-cs"/>
              </a:defRPr>
            </a:lvl7pPr>
            <a:lvl8pPr marL="3200400" algn="l" defTabSz="914400" rtl="0" eaLnBrk="1" latinLnBrk="0" hangingPunct="1">
              <a:defRPr lang="de-DE" sz="1800" kern="1200">
                <a:solidFill>
                  <a:schemeClr val="lt1"/>
                </a:solidFill>
                <a:latin typeface="+mn-lt"/>
                <a:ea typeface="+mn-ea"/>
                <a:cs typeface="+mn-cs"/>
              </a:defRPr>
            </a:lvl8pPr>
            <a:lvl9pPr marL="3657600" algn="l" defTabSz="914400" rtl="0" eaLnBrk="1" latinLnBrk="0" hangingPunct="1">
              <a:defRPr lang="de-DE" sz="1800" kern="1200">
                <a:solidFill>
                  <a:schemeClr val="lt1"/>
                </a:solidFill>
                <a:latin typeface="+mn-lt"/>
                <a:ea typeface="+mn-ea"/>
                <a:cs typeface="+mn-cs"/>
              </a:defRPr>
            </a:lvl9pPr>
          </a:lstStyle>
          <a:p>
            <a:pPr algn="ctr" rtl="0"/>
            <a:endParaRPr lang="de-DE" noProof="0">
              <a:solidFill>
                <a:schemeClr val="bg2"/>
              </a:solidFill>
            </a:endParaRPr>
          </a:p>
        </p:txBody>
      </p:sp>
      <p:grpSp>
        <p:nvGrpSpPr>
          <p:cNvPr id="19" name="Gruppieren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Gerader Verbinde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ußzeilenplatzhalt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de-DE"/>
            </a:defPPr>
          </a:lstStyle>
          <a:p>
            <a:pPr rtl="0"/>
            <a:r>
              <a:rPr lang="de-DE" noProof="0"/>
              <a:t>Titel der Präsentation</a:t>
            </a:r>
          </a:p>
        </p:txBody>
      </p:sp>
      <p:sp>
        <p:nvSpPr>
          <p:cNvPr id="5" name="Foliennummernplatzhalt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pPr rtl="0"/>
              <a:t>‹Nº›</a:t>
            </a:fld>
            <a:endParaRPr lang="de-DE" noProof="0"/>
          </a:p>
        </p:txBody>
      </p:sp>
      <p:sp>
        <p:nvSpPr>
          <p:cNvPr id="9" name="Titel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rtlCol="0"/>
          <a:lstStyle>
            <a:lvl1pPr>
              <a:lnSpc>
                <a:spcPct val="100000"/>
              </a:lnSpc>
              <a:defRPr lang="de-DE" sz="5000">
                <a:solidFill>
                  <a:schemeClr val="tx2"/>
                </a:solidFill>
              </a:defRPr>
            </a:lvl1pPr>
          </a:lstStyle>
          <a:p>
            <a:pPr rtl="0"/>
            <a:r>
              <a:rPr lang="de-DE" noProof="0"/>
              <a:t>Titelmasterformat durch Klicken bearbeiten</a:t>
            </a:r>
          </a:p>
        </p:txBody>
      </p:sp>
      <p:sp>
        <p:nvSpPr>
          <p:cNvPr id="11" name="Textplatzhalt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rtlCol="0"/>
          <a:lstStyle>
            <a:lvl1pPr marL="0" indent="0">
              <a:lnSpc>
                <a:spcPct val="15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2" name="Textplatzhalt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rtlCol="0"/>
          <a:lstStyle>
            <a:lvl1pPr marL="0" indent="0">
              <a:lnSpc>
                <a:spcPct val="15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4" name="Textplatzhalt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p:txBody>
      </p:sp>
      <p:sp>
        <p:nvSpPr>
          <p:cNvPr id="15" name="Textplatzhalt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p:txBody>
      </p:sp>
      <p:sp>
        <p:nvSpPr>
          <p:cNvPr id="22" name="Textplatzhalt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rtlCol="0"/>
          <a:lstStyle>
            <a:lvl1pPr marL="0" indent="0">
              <a:lnSpc>
                <a:spcPct val="15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23" name="Textplatzhalt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auf der rechten Seite">
    <p:bg>
      <p:bgPr>
        <a:solidFill>
          <a:schemeClr val="bg2"/>
        </a:solidFill>
        <a:effectLst/>
      </p:bgPr>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noProof="0">
              <a:solidFill>
                <a:schemeClr val="bg1"/>
              </a:solidFill>
            </a:endParaRPr>
          </a:p>
        </p:txBody>
      </p:sp>
      <p:sp>
        <p:nvSpPr>
          <p:cNvPr id="4" name="Fußzeilenplatzhalt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de-DE"/>
            </a:defPPr>
          </a:lstStyle>
          <a:p>
            <a:pPr rtl="0"/>
            <a:r>
              <a:rPr lang="de-DE" noProof="0"/>
              <a:t>Titel der Präsentation</a:t>
            </a:r>
          </a:p>
        </p:txBody>
      </p:sp>
      <p:sp>
        <p:nvSpPr>
          <p:cNvPr id="5" name="Foliennummernplatzhalt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pPr rtl="0"/>
              <a:t>‹Nº›</a:t>
            </a:fld>
            <a:endParaRPr lang="de-DE" noProof="0"/>
          </a:p>
        </p:txBody>
      </p:sp>
      <p:sp>
        <p:nvSpPr>
          <p:cNvPr id="9" name="Titel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rtlCol="0"/>
          <a:lstStyle>
            <a:lvl1pPr>
              <a:lnSpc>
                <a:spcPct val="80000"/>
              </a:lnSpc>
              <a:defRPr lang="de-DE" sz="5000">
                <a:solidFill>
                  <a:schemeClr val="tx2"/>
                </a:solidFill>
              </a:defRPr>
            </a:lvl1pPr>
          </a:lstStyle>
          <a:p>
            <a:pPr rtl="0"/>
            <a:r>
              <a:rPr lang="de-DE" noProof="0"/>
              <a:t>Titelmasterformat durch Klicken bearbeiten</a:t>
            </a:r>
          </a:p>
        </p:txBody>
      </p:sp>
      <p:sp>
        <p:nvSpPr>
          <p:cNvPr id="11" name="Textplatzhalt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rtlCol="0"/>
          <a:lstStyle>
            <a:lvl1pPr marL="0" indent="0">
              <a:lnSpc>
                <a:spcPct val="15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2" name="Textplatzhalt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4" name="Textplatzhalt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p:txBody>
      </p:sp>
      <p:sp>
        <p:nvSpPr>
          <p:cNvPr id="15" name="Textplatzhalt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p:txBody>
      </p:sp>
      <p:grpSp>
        <p:nvGrpSpPr>
          <p:cNvPr id="17" name="Gruppieren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Gerader Verbinde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auf der rechten Seite dunkel">
    <p:bg>
      <p:bgPr>
        <a:solidFill>
          <a:schemeClr val="accent5"/>
        </a:solidFill>
        <a:effectLst/>
      </p:bgPr>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noProof="0">
              <a:solidFill>
                <a:schemeClr val="tx2"/>
              </a:solidFill>
            </a:endParaRPr>
          </a:p>
        </p:txBody>
      </p:sp>
      <p:sp>
        <p:nvSpPr>
          <p:cNvPr id="4" name="Fußzeilenplatzhalt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de-DE"/>
            </a:defPPr>
          </a:lstStyle>
          <a:p>
            <a:pPr rtl="0"/>
            <a:r>
              <a:rPr lang="de-DE" noProof="0"/>
              <a:t>Titel der Präsentation</a:t>
            </a:r>
          </a:p>
        </p:txBody>
      </p:sp>
      <p:sp>
        <p:nvSpPr>
          <p:cNvPr id="5" name="Foliennummernplatzhalt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lvl1pPr>
              <a:defRPr lang="de-DE">
                <a:solidFill>
                  <a:schemeClr val="bg1"/>
                </a:solidFill>
              </a:defRPr>
            </a:lvl1pPr>
          </a:lstStyle>
          <a:p>
            <a:pPr rtl="0"/>
            <a:fld id="{5BFCF61C-3B18-4C03-8326-CC3B32D710C9}" type="slidenum">
              <a:rPr lang="de-DE" noProof="0" smtClean="0"/>
              <a:pPr rtl="0"/>
              <a:t>‹Nº›</a:t>
            </a:fld>
            <a:endParaRPr lang="de-DE" noProof="0"/>
          </a:p>
        </p:txBody>
      </p:sp>
      <p:sp>
        <p:nvSpPr>
          <p:cNvPr id="9" name="Titel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rtlCol="0"/>
          <a:lstStyle>
            <a:lvl1pPr>
              <a:lnSpc>
                <a:spcPct val="80000"/>
              </a:lnSpc>
              <a:defRPr lang="de-DE" sz="5000">
                <a:solidFill>
                  <a:schemeClr val="accent4"/>
                </a:solidFill>
              </a:defRPr>
            </a:lvl1pPr>
          </a:lstStyle>
          <a:p>
            <a:pPr rtl="0"/>
            <a:r>
              <a:rPr lang="de-DE" noProof="0"/>
              <a:t>Titelmasterformat durch Klicken bearbeiten</a:t>
            </a:r>
          </a:p>
        </p:txBody>
      </p:sp>
      <p:sp>
        <p:nvSpPr>
          <p:cNvPr id="11" name="Textplatzhalt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rtlCol="0"/>
          <a:lstStyle>
            <a:lvl1pPr marL="0" indent="0">
              <a:lnSpc>
                <a:spcPct val="100000"/>
              </a:lnSpc>
              <a:spcBef>
                <a:spcPts val="0"/>
              </a:spcBef>
              <a:buNone/>
              <a:defRPr lang="de-DE" sz="2200" b="1">
                <a:solidFill>
                  <a:schemeClr val="accent5"/>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2" name="Textplatzhalt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rtlCol="0"/>
          <a:lstStyle>
            <a:lvl1pPr marL="0" indent="0">
              <a:lnSpc>
                <a:spcPct val="100000"/>
              </a:lnSpc>
              <a:spcBef>
                <a:spcPts val="0"/>
              </a:spcBef>
              <a:buNone/>
              <a:defRPr lang="de-DE" sz="2200" b="1">
                <a:solidFill>
                  <a:schemeClr val="accent5"/>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4" name="Textplatzhalt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rtlCol="0"/>
          <a:lstStyle>
            <a:lvl1pPr marL="283464" indent="-283464">
              <a:lnSpc>
                <a:spcPct val="150000"/>
              </a:lnSpc>
              <a:spcBef>
                <a:spcPts val="0"/>
              </a:spcBef>
              <a:defRPr lang="de-DE" sz="1600">
                <a:solidFill>
                  <a:schemeClr val="accent5"/>
                </a:solidFill>
              </a:defRPr>
            </a:lvl1pPr>
            <a:lvl2pPr indent="-283464">
              <a:lnSpc>
                <a:spcPct val="150000"/>
              </a:lnSpc>
              <a:spcBef>
                <a:spcPts val="0"/>
              </a:spcBef>
              <a:defRPr lang="de-DE" sz="1600">
                <a:solidFill>
                  <a:schemeClr val="accent5"/>
                </a:solidFill>
              </a:defRPr>
            </a:lvl2pPr>
            <a:lvl3pPr indent="-283464">
              <a:lnSpc>
                <a:spcPct val="150000"/>
              </a:lnSpc>
              <a:spcBef>
                <a:spcPts val="0"/>
              </a:spcBef>
              <a:defRPr lang="de-DE" sz="1600">
                <a:solidFill>
                  <a:schemeClr val="accent5"/>
                </a:solidFill>
              </a:defRPr>
            </a:lvl3pPr>
            <a:lvl4pPr indent="-283464">
              <a:lnSpc>
                <a:spcPct val="150000"/>
              </a:lnSpc>
              <a:spcBef>
                <a:spcPts val="0"/>
              </a:spcBef>
              <a:defRPr lang="de-DE" sz="1600">
                <a:solidFill>
                  <a:schemeClr val="accent5"/>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p:txBody>
      </p:sp>
      <p:sp>
        <p:nvSpPr>
          <p:cNvPr id="15" name="Textplatzhalt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rtlCol="0"/>
          <a:lstStyle>
            <a:lvl1pPr marL="283464" indent="-283464">
              <a:lnSpc>
                <a:spcPct val="150000"/>
              </a:lnSpc>
              <a:spcBef>
                <a:spcPts val="0"/>
              </a:spcBef>
              <a:defRPr lang="de-DE" sz="1600">
                <a:solidFill>
                  <a:schemeClr val="accent5"/>
                </a:solidFill>
              </a:defRPr>
            </a:lvl1pPr>
            <a:lvl2pPr indent="-283464">
              <a:lnSpc>
                <a:spcPct val="150000"/>
              </a:lnSpc>
              <a:spcBef>
                <a:spcPts val="0"/>
              </a:spcBef>
              <a:defRPr lang="de-DE" sz="1600">
                <a:solidFill>
                  <a:schemeClr val="accent5"/>
                </a:solidFill>
              </a:defRPr>
            </a:lvl2pPr>
            <a:lvl3pPr indent="-283464">
              <a:lnSpc>
                <a:spcPct val="150000"/>
              </a:lnSpc>
              <a:spcBef>
                <a:spcPts val="0"/>
              </a:spcBef>
              <a:defRPr lang="de-DE" sz="1600">
                <a:solidFill>
                  <a:schemeClr val="accent5"/>
                </a:solidFill>
              </a:defRPr>
            </a:lvl3pPr>
            <a:lvl4pPr indent="-283464">
              <a:lnSpc>
                <a:spcPct val="150000"/>
              </a:lnSpc>
              <a:spcBef>
                <a:spcPts val="0"/>
              </a:spcBef>
              <a:defRPr lang="de-DE" sz="1600">
                <a:solidFill>
                  <a:schemeClr val="accent5"/>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p:txBody>
      </p:sp>
      <p:grpSp>
        <p:nvGrpSpPr>
          <p:cNvPr id="17" name="Gruppieren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Gerader Verbinde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Inhalte">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ußzeilenplatzhalt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rtlCol="0"/>
          <a:lstStyle>
            <a:defPPr>
              <a:defRPr lang="de-DE"/>
            </a:defPPr>
          </a:lstStyle>
          <a:p>
            <a:pPr rtl="0"/>
            <a:r>
              <a:rPr lang="de-DE" noProof="0"/>
              <a:t>Präsentationstitel</a:t>
            </a:r>
          </a:p>
        </p:txBody>
      </p:sp>
      <p:sp>
        <p:nvSpPr>
          <p:cNvPr id="7" name="Foliennummernplatzhalt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t>‹Nº›</a:t>
            </a:fld>
            <a:endParaRPr lang="de-DE" noProof="0"/>
          </a:p>
        </p:txBody>
      </p:sp>
      <p:sp>
        <p:nvSpPr>
          <p:cNvPr id="8" name="Titel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rtlCol="0"/>
          <a:lstStyle>
            <a:lvl1pPr>
              <a:defRPr lang="de-DE" sz="5000"/>
            </a:lvl1pPr>
          </a:lstStyle>
          <a:p>
            <a:pPr rtl="0"/>
            <a:r>
              <a:rPr lang="de-DE" noProof="0"/>
              <a:t>Titelmasterformat durch Klicken bearbeiten</a:t>
            </a:r>
          </a:p>
        </p:txBody>
      </p:sp>
      <p:grpSp>
        <p:nvGrpSpPr>
          <p:cNvPr id="9" name="Gruppieren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Gerader Verbinde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platzhalt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3" name="Textplatzhalt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noProof="0"/>
              <a:t>Textmasterformat durch Klicken bearbeiten</a:t>
            </a:r>
          </a:p>
        </p:txBody>
      </p:sp>
      <p:sp>
        <p:nvSpPr>
          <p:cNvPr id="14" name="Textplatzhalt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p:txBody>
      </p:sp>
      <p:sp>
        <p:nvSpPr>
          <p:cNvPr id="15" name="Textplatzhalt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ei Inhalte">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ußzeilenplatzhalt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rtlCol="0"/>
          <a:lstStyle>
            <a:defPPr>
              <a:defRPr lang="de-DE"/>
            </a:defPPr>
          </a:lstStyle>
          <a:p>
            <a:pPr rtl="0"/>
            <a:r>
              <a:rPr lang="de-DE"/>
              <a:t>Präsentationstitel</a:t>
            </a:r>
          </a:p>
        </p:txBody>
      </p:sp>
      <p:sp>
        <p:nvSpPr>
          <p:cNvPr id="7" name="Foliennummernplatzhalt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t>‹Nº›</a:t>
            </a:fld>
            <a:endParaRPr lang="de-DE" noProof="0"/>
          </a:p>
        </p:txBody>
      </p:sp>
      <p:sp>
        <p:nvSpPr>
          <p:cNvPr id="8" name="Titel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rtlCol="0"/>
          <a:lstStyle>
            <a:lvl1pPr>
              <a:defRPr lang="de-DE" sz="5000"/>
            </a:lvl1pPr>
          </a:lstStyle>
          <a:p>
            <a:pPr rtl="0"/>
            <a:r>
              <a:rPr lang="de-DE"/>
              <a:t>Titelmasterformat durch Klicken bearbeiten</a:t>
            </a:r>
          </a:p>
        </p:txBody>
      </p:sp>
      <p:sp>
        <p:nvSpPr>
          <p:cNvPr id="12" name="Textplatzhalt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a:t>Textmasterformat durch Klicken bearbeiten</a:t>
            </a:r>
          </a:p>
        </p:txBody>
      </p:sp>
      <p:sp>
        <p:nvSpPr>
          <p:cNvPr id="13" name="Textplatzhalt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a:t>Textmasterformat durch Klicken bearbeiten</a:t>
            </a:r>
          </a:p>
        </p:txBody>
      </p:sp>
      <p:sp>
        <p:nvSpPr>
          <p:cNvPr id="14" name="Textplatzhalt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a:t>Textmasterformat durch Klicken bearbeiten</a:t>
            </a:r>
          </a:p>
          <a:p>
            <a:pPr lvl="1" rtl="0"/>
            <a:r>
              <a:rPr lang="de-DE"/>
              <a:t>Zweite Ebene</a:t>
            </a:r>
          </a:p>
          <a:p>
            <a:pPr lvl="2" rtl="0"/>
            <a:r>
              <a:rPr lang="de-DE"/>
              <a:t>Dritte Ebene</a:t>
            </a:r>
          </a:p>
          <a:p>
            <a:pPr lvl="3" rtl="0"/>
            <a:r>
              <a:rPr lang="de-DE"/>
              <a:t>Vierte Ebene</a:t>
            </a:r>
          </a:p>
        </p:txBody>
      </p:sp>
      <p:sp>
        <p:nvSpPr>
          <p:cNvPr id="15" name="Textplatzhalt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a:t>Textmasterformat durch Klicken bearbeiten</a:t>
            </a:r>
          </a:p>
          <a:p>
            <a:pPr lvl="1" rtl="0"/>
            <a:r>
              <a:rPr lang="de-DE"/>
              <a:t>Zweite Ebene</a:t>
            </a:r>
          </a:p>
          <a:p>
            <a:pPr lvl="2" rtl="0"/>
            <a:r>
              <a:rPr lang="de-DE"/>
              <a:t>Dritte Ebene</a:t>
            </a:r>
          </a:p>
          <a:p>
            <a:pPr lvl="3" rtl="0"/>
            <a:r>
              <a:rPr lang="de-DE"/>
              <a:t>Vierte Ebene</a:t>
            </a:r>
          </a:p>
        </p:txBody>
      </p:sp>
      <p:grpSp>
        <p:nvGrpSpPr>
          <p:cNvPr id="16" name="Gruppieren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Gerader Verbinde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platzhalt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rtlCol="0"/>
          <a:lstStyle>
            <a:lvl1pPr marL="0" indent="0">
              <a:lnSpc>
                <a:spcPct val="100000"/>
              </a:lnSpc>
              <a:spcBef>
                <a:spcPts val="0"/>
              </a:spcBef>
              <a:buNone/>
              <a:defRPr lang="de-DE" sz="2200" b="1">
                <a:solidFill>
                  <a:schemeClr val="tx2"/>
                </a:solidFill>
              </a:defRPr>
            </a:lvl1pPr>
            <a:lvl2pPr>
              <a:defRPr lang="de-DE">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a:t>Textmasterformat durch Klicken bearbeiten</a:t>
            </a:r>
          </a:p>
        </p:txBody>
      </p:sp>
      <p:sp>
        <p:nvSpPr>
          <p:cNvPr id="20" name="Textplatzhalt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rtlCol="0"/>
          <a:lstStyle>
            <a:lvl1pPr marL="283464" indent="-283464">
              <a:lnSpc>
                <a:spcPct val="150000"/>
              </a:lnSpc>
              <a:spcBef>
                <a:spcPts val="0"/>
              </a:spcBef>
              <a:defRPr lang="de-DE" sz="1600">
                <a:solidFill>
                  <a:schemeClr val="tx2"/>
                </a:solidFill>
              </a:defRPr>
            </a:lvl1pPr>
            <a:lvl2pPr indent="-283464">
              <a:lnSpc>
                <a:spcPct val="150000"/>
              </a:lnSpc>
              <a:spcBef>
                <a:spcPts val="0"/>
              </a:spcBef>
              <a:defRPr lang="de-DE" sz="1600">
                <a:solidFill>
                  <a:schemeClr val="tx2"/>
                </a:solidFill>
              </a:defRPr>
            </a:lvl2pPr>
            <a:lvl3pPr indent="-283464">
              <a:lnSpc>
                <a:spcPct val="150000"/>
              </a:lnSpc>
              <a:spcBef>
                <a:spcPts val="0"/>
              </a:spcBef>
              <a:defRPr lang="de-DE" sz="1600">
                <a:solidFill>
                  <a:schemeClr val="tx2"/>
                </a:solidFill>
              </a:defRPr>
            </a:lvl3pPr>
            <a:lvl4pPr indent="-283464">
              <a:lnSpc>
                <a:spcPct val="150000"/>
              </a:lnSpc>
              <a:spcBef>
                <a:spcPts val="0"/>
              </a:spcBef>
              <a:defRPr lang="de-DE" sz="1600">
                <a:solidFill>
                  <a:schemeClr val="tx2"/>
                </a:solidFill>
              </a:defRPr>
            </a:lvl4pPr>
            <a:lvl5pPr indent="-283464">
              <a:lnSpc>
                <a:spcPct val="150000"/>
              </a:lnSpc>
              <a:spcBef>
                <a:spcPts val="0"/>
              </a:spcBef>
              <a:defRPr lang="de-DE" sz="1600">
                <a:solidFill>
                  <a:schemeClr val="tx2"/>
                </a:solidFill>
              </a:defRPr>
            </a:lvl5pPr>
          </a:lstStyle>
          <a:p>
            <a:pPr lvl="0" rtl="0"/>
            <a:r>
              <a:rPr lang="de-DE"/>
              <a:t>Textmasterformat durch Klicken bearbeiten</a:t>
            </a:r>
          </a:p>
          <a:p>
            <a:pPr lvl="1" rtl="0"/>
            <a:r>
              <a:rPr lang="de-DE"/>
              <a:t>Zweite Ebene</a:t>
            </a:r>
          </a:p>
          <a:p>
            <a:pPr lvl="2" rtl="0"/>
            <a:r>
              <a:rPr lang="de-DE"/>
              <a:t>Dritte Ebene</a:t>
            </a:r>
          </a:p>
          <a:p>
            <a:pPr lvl="3" rtl="0"/>
            <a:r>
              <a:rPr lang="de-DE"/>
              <a:t>Vierte Ebene</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elen Dank!">
    <p:bg>
      <p:bgPr>
        <a:solidFill>
          <a:schemeClr val="accent6"/>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2" name="Titel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rtlCol="0" anchor="t"/>
          <a:lstStyle>
            <a:lvl1pPr>
              <a:lnSpc>
                <a:spcPct val="80000"/>
              </a:lnSpc>
              <a:defRPr lang="de-DE" sz="7200" cap="all" baseline="0">
                <a:solidFill>
                  <a:schemeClr val="bg1"/>
                </a:solidFill>
              </a:defRPr>
            </a:lvl1pPr>
          </a:lstStyle>
          <a:p>
            <a:pPr rtl="0"/>
            <a:r>
              <a:rPr lang="de-DE"/>
              <a:t>Titelmasterformat durch Klicken bearbeiten</a:t>
            </a:r>
          </a:p>
        </p:txBody>
      </p:sp>
      <p:grpSp>
        <p:nvGrpSpPr>
          <p:cNvPr id="7" name="Gruppieren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Gerader Verbinde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platzhalt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rtlCol="0"/>
          <a:lstStyle>
            <a:lvl1pPr marL="0" indent="0">
              <a:lnSpc>
                <a:spcPct val="150000"/>
              </a:lnSpc>
              <a:spcBef>
                <a:spcPts val="0"/>
              </a:spcBef>
              <a:buNone/>
              <a:defRPr lang="de-DE" sz="2200" b="1">
                <a:solidFill>
                  <a:schemeClr val="bg1"/>
                </a:solidFill>
              </a:defRPr>
            </a:lvl1pPr>
            <a:lvl2pPr marL="0" indent="0">
              <a:lnSpc>
                <a:spcPct val="150000"/>
              </a:lnSpc>
              <a:spcBef>
                <a:spcPts val="0"/>
              </a:spcBef>
              <a:buNone/>
              <a:defRPr lang="de-DE" sz="2200">
                <a:solidFill>
                  <a:schemeClr val="bg1"/>
                </a:solidFill>
              </a:defRPr>
            </a:lvl2pPr>
            <a:lvl3pPr>
              <a:defRPr lang="de-DE">
                <a:solidFill>
                  <a:schemeClr val="bg1"/>
                </a:solidFill>
              </a:defRPr>
            </a:lvl3pPr>
            <a:lvl4pPr>
              <a:defRPr lang="de-DE">
                <a:solidFill>
                  <a:schemeClr val="bg1"/>
                </a:solidFill>
              </a:defRPr>
            </a:lvl4pPr>
            <a:lvl5pPr>
              <a:defRPr lang="de-DE">
                <a:solidFill>
                  <a:schemeClr val="bg1"/>
                </a:solidFill>
              </a:defRPr>
            </a:lvl5pPr>
          </a:lstStyle>
          <a:p>
            <a:pPr lvl="0" rtl="0"/>
            <a:r>
              <a:rPr lang="de-DE"/>
              <a:t>Textmasterformat durch Klicken bearbeiten</a:t>
            </a:r>
          </a:p>
          <a:p>
            <a:pPr lvl="1" rtl="0"/>
            <a:r>
              <a:rPr lang="de-DE"/>
              <a:t>Zweite Ebene</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E6C28C00-D101-DFF8-7E0A-1AEBF0DBE72B}"/>
              </a:ext>
            </a:extLst>
          </p:cNvPr>
          <p:cNvSpPr>
            <a:spLocks noGrp="1"/>
          </p:cNvSpPr>
          <p:nvPr>
            <p:ph type="dt" sz="half" idx="10"/>
          </p:nvPr>
        </p:nvSpPr>
        <p:spPr/>
        <p:txBody>
          <a:bodyPr rtlCol="0"/>
          <a:lstStyle>
            <a:defPPr>
              <a:defRPr lang="de-DE"/>
            </a:defPPr>
          </a:lstStyle>
          <a:p>
            <a:pPr rtl="0"/>
            <a:endParaRPr lang="de-DE" noProof="0"/>
          </a:p>
        </p:txBody>
      </p:sp>
      <p:sp>
        <p:nvSpPr>
          <p:cNvPr id="4" name="Fußzeilenplatzhalt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rtlCol="0"/>
          <a:lstStyle>
            <a:defPPr>
              <a:defRPr lang="de-DE"/>
            </a:defPPr>
          </a:lstStyle>
          <a:p>
            <a:pPr rtl="0"/>
            <a:r>
              <a:rPr lang="de-DE"/>
              <a:t>Titel der Präsentation</a:t>
            </a:r>
          </a:p>
        </p:txBody>
      </p:sp>
      <p:sp>
        <p:nvSpPr>
          <p:cNvPr id="5" name="Foliennummernplatzhalt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t>‹Nº›</a:t>
            </a:fld>
            <a:endParaRPr lang="de-DE" noProof="0"/>
          </a:p>
        </p:txBody>
      </p:sp>
      <p:sp>
        <p:nvSpPr>
          <p:cNvPr id="6" name="Titel 5">
            <a:extLst>
              <a:ext uri="{FF2B5EF4-FFF2-40B4-BE49-F238E27FC236}">
                <a16:creationId xmlns:a16="http://schemas.microsoft.com/office/drawing/2014/main" id="{160592E8-155C-36FA-DA0A-52B23CE8AF5A}"/>
              </a:ext>
            </a:extLst>
          </p:cNvPr>
          <p:cNvSpPr>
            <a:spLocks noGrp="1"/>
          </p:cNvSpPr>
          <p:nvPr>
            <p:ph type="title"/>
          </p:nvPr>
        </p:nvSpPr>
        <p:spPr/>
        <p:txBody>
          <a:bodyPr rtlCol="0"/>
          <a:lstStyle>
            <a:defPPr>
              <a:defRPr lang="de-DE"/>
            </a:defPPr>
          </a:lstStyle>
          <a:p>
            <a:pPr rtl="0"/>
            <a:r>
              <a:rPr lang="de-DE"/>
              <a:t>Titelmasterformat durch Klicken bearbeiten</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964B432-06C2-E932-E96F-67CECC2E9658}"/>
              </a:ext>
            </a:extLst>
          </p:cNvPr>
          <p:cNvSpPr>
            <a:spLocks noGrp="1"/>
          </p:cNvSpPr>
          <p:nvPr>
            <p:ph type="dt" sz="half" idx="10"/>
          </p:nvPr>
        </p:nvSpPr>
        <p:spPr/>
        <p:txBody>
          <a:bodyPr rtlCol="0"/>
          <a:lstStyle>
            <a:defPPr>
              <a:defRPr lang="de-DE"/>
            </a:defPPr>
          </a:lstStyle>
          <a:p>
            <a:pPr rtl="0"/>
            <a:endParaRPr lang="de-DE" noProof="0"/>
          </a:p>
        </p:txBody>
      </p:sp>
      <p:sp>
        <p:nvSpPr>
          <p:cNvPr id="3" name="Fußzeilenplatzhalt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rtlCol="0"/>
          <a:lstStyle>
            <a:defPPr>
              <a:defRPr lang="de-DE"/>
            </a:defPPr>
          </a:lstStyle>
          <a:p>
            <a:pPr rtl="0"/>
            <a:r>
              <a:rPr lang="de-DE"/>
              <a:t>Titel der Präsentation</a:t>
            </a:r>
          </a:p>
        </p:txBody>
      </p:sp>
      <p:sp>
        <p:nvSpPr>
          <p:cNvPr id="4" name="Foliennummernplatzhalt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t>‹Nº›</a:t>
            </a:fld>
            <a:endParaRPr lang="de-DE"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rtlCol="0" anchor="b"/>
          <a:lstStyle>
            <a:lvl1pPr>
              <a:defRPr lang="de-DE" sz="3200"/>
            </a:lvl1pPr>
          </a:lstStyle>
          <a:p>
            <a:pPr rtl="0"/>
            <a:r>
              <a:rPr lang="de-DE"/>
              <a:t>Titelmasterformat durch Klicken bearbeiten</a:t>
            </a:r>
          </a:p>
        </p:txBody>
      </p:sp>
      <p:sp>
        <p:nvSpPr>
          <p:cNvPr id="3" name="Inhaltsplatzhalt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rtlCol="0"/>
          <a:lstStyle>
            <a:lvl1pPr>
              <a:defRPr lang="de-DE" sz="3200"/>
            </a:lvl1pPr>
            <a:lvl2pPr>
              <a:defRPr lang="de-DE" sz="2800"/>
            </a:lvl2pPr>
            <a:lvl3pPr>
              <a:defRPr lang="de-DE" sz="2400"/>
            </a:lvl3pPr>
            <a:lvl4pPr>
              <a:defRPr lang="de-DE" sz="2000"/>
            </a:lvl4pPr>
            <a:lvl5pPr>
              <a:defRPr lang="de-DE" sz="2000"/>
            </a:lvl5pPr>
            <a:lvl6pPr>
              <a:defRPr lang="de-DE" sz="2000"/>
            </a:lvl6pPr>
            <a:lvl7pPr>
              <a:defRPr lang="de-DE" sz="2000"/>
            </a:lvl7pPr>
            <a:lvl8pPr>
              <a:defRPr lang="de-DE" sz="2000"/>
            </a:lvl8pPr>
            <a:lvl9pPr>
              <a:defRPr lang="de-DE" sz="2000"/>
            </a:lvl9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4" name="Textplatzhalt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rtlCol="0"/>
          <a:lstStyle>
            <a:lvl1pPr marL="0" indent="0">
              <a:buNone/>
              <a:defRPr lang="de-DE" sz="1600"/>
            </a:lvl1pPr>
            <a:lvl2pPr marL="457200" indent="0">
              <a:buNone/>
              <a:defRPr lang="de-DE" sz="1400"/>
            </a:lvl2pPr>
            <a:lvl3pPr marL="914400" indent="0">
              <a:buNone/>
              <a:defRPr lang="de-DE" sz="1200"/>
            </a:lvl3pPr>
            <a:lvl4pPr marL="1371600" indent="0">
              <a:buNone/>
              <a:defRPr lang="de-DE" sz="1000"/>
            </a:lvl4pPr>
            <a:lvl5pPr marL="1828800" indent="0">
              <a:buNone/>
              <a:defRPr lang="de-DE" sz="1000"/>
            </a:lvl5pPr>
            <a:lvl6pPr marL="2286000" indent="0">
              <a:buNone/>
              <a:defRPr lang="de-DE" sz="1000"/>
            </a:lvl6pPr>
            <a:lvl7pPr marL="2743200" indent="0">
              <a:buNone/>
              <a:defRPr lang="de-DE" sz="1000"/>
            </a:lvl7pPr>
            <a:lvl8pPr marL="3200400" indent="0">
              <a:buNone/>
              <a:defRPr lang="de-DE" sz="1000"/>
            </a:lvl8pPr>
            <a:lvl9pPr marL="3657600" indent="0">
              <a:buNone/>
              <a:defRPr lang="de-DE" sz="1000"/>
            </a:lvl9pPr>
          </a:lstStyle>
          <a:p>
            <a:pPr lvl="0" rtl="0"/>
            <a:r>
              <a:rPr lang="de-DE"/>
              <a:t>Textmasterformat durch Klicken bearbeiten</a:t>
            </a:r>
          </a:p>
        </p:txBody>
      </p:sp>
      <p:sp>
        <p:nvSpPr>
          <p:cNvPr id="5" name="Datumsplatzhalter 4">
            <a:extLst>
              <a:ext uri="{FF2B5EF4-FFF2-40B4-BE49-F238E27FC236}">
                <a16:creationId xmlns:a16="http://schemas.microsoft.com/office/drawing/2014/main" id="{3C6493B1-79A4-1FA9-B462-853856DE870E}"/>
              </a:ext>
            </a:extLst>
          </p:cNvPr>
          <p:cNvSpPr>
            <a:spLocks noGrp="1"/>
          </p:cNvSpPr>
          <p:nvPr>
            <p:ph type="dt" sz="half" idx="10"/>
          </p:nvPr>
        </p:nvSpPr>
        <p:spPr/>
        <p:txBody>
          <a:bodyPr rtlCol="0"/>
          <a:lstStyle>
            <a:defPPr>
              <a:defRPr lang="de-DE"/>
            </a:defPPr>
          </a:lstStyle>
          <a:p>
            <a:pPr rtl="0"/>
            <a:endParaRPr lang="de-DE" noProof="0"/>
          </a:p>
        </p:txBody>
      </p:sp>
      <p:sp>
        <p:nvSpPr>
          <p:cNvPr id="6" name="Fußzeilenplatzhalt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rtlCol="0"/>
          <a:lstStyle>
            <a:defPPr>
              <a:defRPr lang="de-DE"/>
            </a:defPPr>
          </a:lstStyle>
          <a:p>
            <a:pPr rtl="0"/>
            <a:r>
              <a:rPr lang="de-DE"/>
              <a:t>Präsentationstitel</a:t>
            </a:r>
          </a:p>
        </p:txBody>
      </p:sp>
      <p:sp>
        <p:nvSpPr>
          <p:cNvPr id="7" name="Foliennummernplatzhalt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t>‹Nº›</a:t>
            </a:fld>
            <a:endParaRPr lang="de-DE"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rtlCol="0" anchor="b"/>
          <a:lstStyle>
            <a:lvl1pPr>
              <a:defRPr lang="de-DE" sz="3200"/>
            </a:lvl1pPr>
          </a:lstStyle>
          <a:p>
            <a:pPr rtl="0"/>
            <a:r>
              <a:rPr lang="de-DE" noProof="0"/>
              <a:t>Titelmasterformat durch Klicken bearbeiten</a:t>
            </a:r>
          </a:p>
        </p:txBody>
      </p:sp>
      <p:sp>
        <p:nvSpPr>
          <p:cNvPr id="3" name="Bildplatzhalt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rtlCol="0"/>
          <a:lstStyle>
            <a:lvl1pPr marL="0" indent="0">
              <a:buNone/>
              <a:defRPr lang="de-DE" sz="3200"/>
            </a:lvl1pPr>
            <a:lvl2pPr marL="457200" indent="0">
              <a:buNone/>
              <a:defRPr lang="de-DE" sz="2800"/>
            </a:lvl2pPr>
            <a:lvl3pPr marL="914400" indent="0">
              <a:buNone/>
              <a:defRPr lang="de-DE" sz="2400"/>
            </a:lvl3pPr>
            <a:lvl4pPr marL="1371600" indent="0">
              <a:buNone/>
              <a:defRPr lang="de-DE" sz="2000"/>
            </a:lvl4pPr>
            <a:lvl5pPr marL="1828800" indent="0">
              <a:buNone/>
              <a:defRPr lang="de-DE" sz="2000"/>
            </a:lvl5pPr>
            <a:lvl6pPr marL="2286000" indent="0">
              <a:buNone/>
              <a:defRPr lang="de-DE" sz="2000"/>
            </a:lvl6pPr>
            <a:lvl7pPr marL="2743200" indent="0">
              <a:buNone/>
              <a:defRPr lang="de-DE" sz="2000"/>
            </a:lvl7pPr>
            <a:lvl8pPr marL="3200400" indent="0">
              <a:buNone/>
              <a:defRPr lang="de-DE" sz="2000"/>
            </a:lvl8pPr>
            <a:lvl9pPr marL="3657600" indent="0">
              <a:buNone/>
              <a:defRPr lang="de-DE" sz="2000"/>
            </a:lvl9pPr>
          </a:lstStyle>
          <a:p>
            <a:pPr rtl="0"/>
            <a:endParaRPr lang="de-DE" noProof="0"/>
          </a:p>
        </p:txBody>
      </p:sp>
      <p:sp>
        <p:nvSpPr>
          <p:cNvPr id="4" name="Textplatzhalt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rtlCol="0"/>
          <a:lstStyle>
            <a:lvl1pPr marL="0" indent="0">
              <a:buNone/>
              <a:defRPr lang="de-DE" sz="1600"/>
            </a:lvl1pPr>
            <a:lvl2pPr marL="457200" indent="0">
              <a:buNone/>
              <a:defRPr lang="de-DE" sz="1400"/>
            </a:lvl2pPr>
            <a:lvl3pPr marL="914400" indent="0">
              <a:buNone/>
              <a:defRPr lang="de-DE" sz="1200"/>
            </a:lvl3pPr>
            <a:lvl4pPr marL="1371600" indent="0">
              <a:buNone/>
              <a:defRPr lang="de-DE" sz="1000"/>
            </a:lvl4pPr>
            <a:lvl5pPr marL="1828800" indent="0">
              <a:buNone/>
              <a:defRPr lang="de-DE" sz="1000"/>
            </a:lvl5pPr>
            <a:lvl6pPr marL="2286000" indent="0">
              <a:buNone/>
              <a:defRPr lang="de-DE" sz="1000"/>
            </a:lvl6pPr>
            <a:lvl7pPr marL="2743200" indent="0">
              <a:buNone/>
              <a:defRPr lang="de-DE" sz="1000"/>
            </a:lvl7pPr>
            <a:lvl8pPr marL="3200400" indent="0">
              <a:buNone/>
              <a:defRPr lang="de-DE" sz="1000"/>
            </a:lvl8pPr>
            <a:lvl9pPr marL="3657600" indent="0">
              <a:buNone/>
              <a:defRPr lang="de-DE" sz="1000"/>
            </a:lvl9pPr>
          </a:lstStyle>
          <a:p>
            <a:pPr lvl="0" rtl="0"/>
            <a:r>
              <a:rPr lang="de-DE" noProof="0"/>
              <a:t>Textmasterformat durch Klicken bearbeiten</a:t>
            </a:r>
          </a:p>
        </p:txBody>
      </p:sp>
      <p:sp>
        <p:nvSpPr>
          <p:cNvPr id="5" name="Datumsplatzhalter 4">
            <a:extLst>
              <a:ext uri="{FF2B5EF4-FFF2-40B4-BE49-F238E27FC236}">
                <a16:creationId xmlns:a16="http://schemas.microsoft.com/office/drawing/2014/main" id="{D4464F27-6C3B-1E36-B1DC-ECB72DCF22AC}"/>
              </a:ext>
            </a:extLst>
          </p:cNvPr>
          <p:cNvSpPr>
            <a:spLocks noGrp="1"/>
          </p:cNvSpPr>
          <p:nvPr>
            <p:ph type="dt" sz="half" idx="10"/>
          </p:nvPr>
        </p:nvSpPr>
        <p:spPr/>
        <p:txBody>
          <a:bodyPr rtlCol="0"/>
          <a:lstStyle>
            <a:defPPr>
              <a:defRPr lang="de-DE"/>
            </a:defPPr>
          </a:lstStyle>
          <a:p>
            <a:pPr rtl="0"/>
            <a:endParaRPr lang="de-DE" noProof="0"/>
          </a:p>
        </p:txBody>
      </p:sp>
      <p:sp>
        <p:nvSpPr>
          <p:cNvPr id="6" name="Fußzeilenplatzhalt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rtlCol="0"/>
          <a:lstStyle>
            <a:defPPr>
              <a:defRPr lang="de-DE"/>
            </a:defPPr>
          </a:lstStyle>
          <a:p>
            <a:pPr rtl="0"/>
            <a:r>
              <a:rPr lang="de-DE" noProof="0"/>
              <a:t>Präsentationstitel</a:t>
            </a:r>
          </a:p>
        </p:txBody>
      </p:sp>
      <p:sp>
        <p:nvSpPr>
          <p:cNvPr id="7" name="Foliennummernplatzhalt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rtlCol="0"/>
          <a:lstStyle>
            <a:defPPr>
              <a:defRPr lang="de-DE"/>
            </a:defPPr>
          </a:lstStyle>
          <a:p>
            <a:pPr rtl="0"/>
            <a:fld id="{5BFCF61C-3B18-4C03-8326-CC3B32D710C9}" type="slidenum">
              <a:rPr lang="de-DE" noProof="0" smtClean="0"/>
              <a:t>‹Nº›</a:t>
            </a:fld>
            <a:endParaRPr lang="de-DE"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defPPr>
              <a:defRPr lang="de-DE"/>
            </a:defPPr>
          </a:lstStyle>
          <a:p>
            <a:pPr rtl="0"/>
            <a:r>
              <a:rPr lang="de-DE"/>
              <a:t>Titelmasterformat durch Klicken bearbeiten</a:t>
            </a:r>
          </a:p>
        </p:txBody>
      </p:sp>
      <p:sp>
        <p:nvSpPr>
          <p:cNvPr id="3" name="Textplatzhalt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4" name="Datumsplatzhalt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lang="de-DE" sz="1200">
                <a:solidFill>
                  <a:schemeClr val="tx1">
                    <a:tint val="75000"/>
                  </a:schemeClr>
                </a:solidFill>
              </a:defRPr>
            </a:lvl1pPr>
          </a:lstStyle>
          <a:p>
            <a:pPr rtl="0"/>
            <a:endParaRPr lang="de-DE" noProof="0"/>
          </a:p>
        </p:txBody>
      </p:sp>
      <p:sp>
        <p:nvSpPr>
          <p:cNvPr id="5" name="Fußzeilenplatzhalt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lang="de-DE" sz="1200">
                <a:solidFill>
                  <a:schemeClr val="tx2"/>
                </a:solidFill>
              </a:defRPr>
            </a:lvl1pPr>
          </a:lstStyle>
          <a:p>
            <a:pPr rtl="0"/>
            <a:r>
              <a:rPr lang="de-DE"/>
              <a:t>Titel der Präsentation</a:t>
            </a:r>
          </a:p>
        </p:txBody>
      </p:sp>
      <p:sp>
        <p:nvSpPr>
          <p:cNvPr id="6" name="Foliennummernplatzhalt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lang="de-DE" sz="1200">
                <a:solidFill>
                  <a:schemeClr val="tx2"/>
                </a:solidFill>
              </a:defRPr>
            </a:lvl1pPr>
          </a:lstStyle>
          <a:p>
            <a:pPr rtl="0"/>
            <a:fld id="{5BFCF61C-3B18-4C03-8326-CC3B32D710C9}" type="slidenum">
              <a:rPr lang="de-DE" noProof="0" smtClean="0"/>
              <a:pPr rtl="0"/>
              <a:t>‹Nº›</a:t>
            </a:fld>
            <a:endParaRPr lang="de-DE"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lang="de-DE"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p:bodyStyle>
    <p:otherStyle>
      <a:defPPr>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el 23">
            <a:extLst>
              <a:ext uri="{FF2B5EF4-FFF2-40B4-BE49-F238E27FC236}">
                <a16:creationId xmlns:a16="http://schemas.microsoft.com/office/drawing/2014/main" id="{04B07C7A-8E1D-7BF7-31C8-5C68C6D2F9CF}"/>
              </a:ext>
            </a:extLst>
          </p:cNvPr>
          <p:cNvSpPr>
            <a:spLocks noGrp="1"/>
          </p:cNvSpPr>
          <p:nvPr>
            <p:ph type="ctrTitle"/>
          </p:nvPr>
        </p:nvSpPr>
        <p:spPr>
          <a:xfrm>
            <a:off x="2351056" y="1967770"/>
            <a:ext cx="7484269" cy="2923381"/>
          </a:xfrm>
        </p:spPr>
        <p:txBody>
          <a:bodyPr vert="horz" lIns="91440" tIns="45720" rIns="91440" bIns="45720" rtlCol="0" anchor="t">
            <a:noAutofit/>
          </a:bodyPr>
          <a:lstStyle>
            <a:defPPr>
              <a:defRPr lang="de-DE"/>
            </a:defPPr>
          </a:lstStyle>
          <a:p>
            <a:r>
              <a:rPr lang="en-US" sz="4800" noProof="0" dirty="0">
                <a:solidFill>
                  <a:srgbClr val="FFFFFF"/>
                </a:solidFill>
                <a:ea typeface="+mj-lt"/>
                <a:cs typeface="+mj-lt"/>
              </a:rPr>
              <a:t>Capstone Project:</a:t>
            </a:r>
            <a:br>
              <a:rPr lang="en-US" sz="4800" noProof="0" dirty="0">
                <a:solidFill>
                  <a:srgbClr val="FFFFFF"/>
                </a:solidFill>
                <a:ea typeface="+mj-lt"/>
                <a:cs typeface="+mj-lt"/>
              </a:rPr>
            </a:br>
            <a:br>
              <a:rPr lang="en-US" sz="4800" noProof="0" dirty="0">
                <a:ea typeface="+mj-lt"/>
                <a:cs typeface="+mj-lt"/>
              </a:rPr>
            </a:br>
            <a:r>
              <a:rPr lang="en-US" sz="4400" noProof="0" dirty="0">
                <a:solidFill>
                  <a:srgbClr val="FFFFFF"/>
                </a:solidFill>
                <a:ea typeface="+mj-lt"/>
                <a:cs typeface="+mj-lt"/>
              </a:rPr>
              <a:t>Automated Industrial Material Storage And Delivery System</a:t>
            </a:r>
            <a:endParaRPr lang="en-US" sz="4400" noProof="0" dirty="0">
              <a:cs typeface="Arial"/>
            </a:endParaRPr>
          </a:p>
        </p:txBody>
      </p:sp>
      <p:sp>
        <p:nvSpPr>
          <p:cNvPr id="11" name="Untertitel 10">
            <a:extLst>
              <a:ext uri="{FF2B5EF4-FFF2-40B4-BE49-F238E27FC236}">
                <a16:creationId xmlns:a16="http://schemas.microsoft.com/office/drawing/2014/main" id="{EF3A7BFE-9123-98C4-791C-9A3FE773CF97}"/>
              </a:ext>
            </a:extLst>
          </p:cNvPr>
          <p:cNvSpPr>
            <a:spLocks noGrp="1"/>
          </p:cNvSpPr>
          <p:nvPr>
            <p:ph type="subTitle" idx="1"/>
          </p:nvPr>
        </p:nvSpPr>
        <p:spPr>
          <a:xfrm>
            <a:off x="3582162" y="5880926"/>
            <a:ext cx="8474869" cy="979359"/>
          </a:xfrm>
        </p:spPr>
        <p:txBody>
          <a:bodyPr vert="horz" lIns="91440" tIns="45720" rIns="91440" bIns="45720" rtlCol="0" anchor="t">
            <a:noAutofit/>
          </a:bodyPr>
          <a:lstStyle>
            <a:defPPr>
              <a:defRPr lang="de-DE"/>
            </a:defPPr>
          </a:lstStyle>
          <a:p>
            <a:pPr algn="r"/>
            <a:r>
              <a:rPr lang="en-US" sz="1700" noProof="0" dirty="0">
                <a:latin typeface="Arial"/>
                <a:cs typeface="Arial"/>
              </a:rPr>
              <a:t>Group </a:t>
            </a:r>
            <a:r>
              <a:rPr lang="en-US" sz="1700" dirty="0">
                <a:latin typeface="Arial"/>
                <a:cs typeface="Arial"/>
              </a:rPr>
              <a:t>5</a:t>
            </a:r>
          </a:p>
          <a:p>
            <a:pPr algn="r"/>
            <a:r>
              <a:rPr lang="en-US" sz="1700" dirty="0">
                <a:latin typeface="Arial"/>
                <a:cs typeface="Arial"/>
              </a:rPr>
              <a:t>Aishwary Panchal ESE 7224347</a:t>
            </a:r>
          </a:p>
          <a:p>
            <a:pPr algn="r"/>
            <a:r>
              <a:rPr lang="en-US" sz="1700" dirty="0">
                <a:latin typeface="Arial"/>
                <a:cs typeface="Arial"/>
              </a:rPr>
              <a:t>Abdelrahman Abdin Mousa Abdin ESE 7223296</a:t>
            </a:r>
          </a:p>
          <a:p>
            <a:pPr algn="r"/>
            <a:r>
              <a:rPr lang="en-US" sz="1700" dirty="0">
                <a:latin typeface="Arial"/>
                <a:cs typeface="Arial"/>
              </a:rPr>
              <a:t>Girsy Guzmán Garcia ESE 7224626</a:t>
            </a:r>
          </a:p>
          <a:p>
            <a:pPr algn="r"/>
            <a:endParaRPr lang="en-US" sz="1700" noProof="0" dirty="0">
              <a:latin typeface="Arial"/>
              <a:cs typeface="Arial"/>
            </a:endParaRPr>
          </a:p>
        </p:txBody>
      </p:sp>
    </p:spTree>
    <p:extLst>
      <p:ext uri="{BB962C8B-B14F-4D97-AF65-F5344CB8AC3E}">
        <p14:creationId xmlns:p14="http://schemas.microsoft.com/office/powerpoint/2010/main" val="286310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ußzeilenplatzhalter 11">
            <a:extLst>
              <a:ext uri="{FF2B5EF4-FFF2-40B4-BE49-F238E27FC236}">
                <a16:creationId xmlns:a16="http://schemas.microsoft.com/office/drawing/2014/main" id="{0D74F0DD-9277-50B0-68E1-220BA8344883}"/>
              </a:ext>
            </a:extLst>
          </p:cNvPr>
          <p:cNvSpPr>
            <a:spLocks noGrp="1"/>
          </p:cNvSpPr>
          <p:nvPr>
            <p:ph type="ftr" sz="quarter" idx="11"/>
          </p:nvPr>
        </p:nvSpPr>
        <p:spPr>
          <a:xfrm>
            <a:off x="378350" y="135065"/>
            <a:ext cx="2669828" cy="548163"/>
          </a:xfrm>
        </p:spPr>
        <p:txBody>
          <a:bodyPr rtlCol="0"/>
          <a:lstStyle>
            <a:defPPr>
              <a:defRPr lang="de-DE"/>
            </a:defPPr>
          </a:lstStyle>
          <a:p>
            <a:r>
              <a:rPr lang="en-US" sz="1100" noProof="0">
                <a:solidFill>
                  <a:srgbClr val="485365"/>
                </a:solidFill>
              </a:rPr>
              <a:t>Automated Industrial Material Storage And Delivery System</a:t>
            </a:r>
            <a:endParaRPr lang="en-US" sz="1100" noProof="0">
              <a:solidFill>
                <a:srgbClr val="000000"/>
              </a:solidFill>
            </a:endParaRPr>
          </a:p>
          <a:p>
            <a:r>
              <a:rPr lang="en-US" sz="1100" noProof="0">
                <a:solidFill>
                  <a:srgbClr val="485365"/>
                </a:solidFill>
              </a:rPr>
              <a:t>Group 5</a:t>
            </a:r>
            <a:endParaRPr lang="en-US" noProof="0"/>
          </a:p>
        </p:txBody>
      </p:sp>
      <p:sp>
        <p:nvSpPr>
          <p:cNvPr id="13" name="Foliennummernplatzhalter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rtlCol="0"/>
          <a:lstStyle>
            <a:defPPr>
              <a:defRPr lang="de-DE"/>
            </a:defPPr>
          </a:lstStyle>
          <a:p>
            <a:pPr rtl="0"/>
            <a:r>
              <a:rPr lang="en-US" noProof="0"/>
              <a:t>2</a:t>
            </a:r>
          </a:p>
        </p:txBody>
      </p:sp>
      <p:sp>
        <p:nvSpPr>
          <p:cNvPr id="2" name="Titel 1">
            <a:extLst>
              <a:ext uri="{FF2B5EF4-FFF2-40B4-BE49-F238E27FC236}">
                <a16:creationId xmlns:a16="http://schemas.microsoft.com/office/drawing/2014/main" id="{D53393CE-9363-72CB-FD40-73A65C0DCC57}"/>
              </a:ext>
            </a:extLst>
          </p:cNvPr>
          <p:cNvSpPr>
            <a:spLocks noGrp="1"/>
          </p:cNvSpPr>
          <p:nvPr>
            <p:ph type="title"/>
          </p:nvPr>
        </p:nvSpPr>
        <p:spPr>
          <a:xfrm>
            <a:off x="375920" y="979557"/>
            <a:ext cx="4846320" cy="1682749"/>
          </a:xfrm>
        </p:spPr>
        <p:txBody>
          <a:bodyPr rtlCol="0"/>
          <a:lstStyle>
            <a:defPPr>
              <a:defRPr lang="de-DE"/>
            </a:defPPr>
          </a:lstStyle>
          <a:p>
            <a:r>
              <a:rPr lang="en-US" sz="4000"/>
              <a:t>Role </a:t>
            </a:r>
            <a:br>
              <a:rPr lang="en-US" sz="4000"/>
            </a:br>
            <a:r>
              <a:rPr lang="en-US" sz="4000"/>
              <a:t>Distribution</a:t>
            </a:r>
            <a:endParaRPr lang="en-US" sz="4000" noProof="0"/>
          </a:p>
        </p:txBody>
      </p:sp>
      <p:sp>
        <p:nvSpPr>
          <p:cNvPr id="16" name="Text Placeholder 15">
            <a:extLst>
              <a:ext uri="{FF2B5EF4-FFF2-40B4-BE49-F238E27FC236}">
                <a16:creationId xmlns:a16="http://schemas.microsoft.com/office/drawing/2014/main" id="{A60D02BC-F38A-49A2-C42C-EA452FC12D02}"/>
              </a:ext>
            </a:extLst>
          </p:cNvPr>
          <p:cNvSpPr>
            <a:spLocks noGrp="1"/>
          </p:cNvSpPr>
          <p:nvPr>
            <p:ph type="body" sz="quarter" idx="13"/>
          </p:nvPr>
        </p:nvSpPr>
        <p:spPr>
          <a:xfrm>
            <a:off x="376936" y="3108031"/>
            <a:ext cx="8008553" cy="2445232"/>
          </a:xfrm>
        </p:spPr>
        <p:txBody>
          <a:bodyPr vert="horz" lIns="91440" tIns="45720" rIns="91440" bIns="45720" rtlCol="0" anchor="t">
            <a:noAutofit/>
          </a:bodyPr>
          <a:lstStyle/>
          <a:p>
            <a:r>
              <a:rPr lang="en-US" sz="1800" noProof="0">
                <a:cs typeface="Arial"/>
              </a:rPr>
              <a:t>Smart Storage </a:t>
            </a:r>
            <a:r>
              <a:rPr lang="en-US" sz="1800">
                <a:cs typeface="Arial"/>
              </a:rPr>
              <a:t>Management System</a:t>
            </a:r>
            <a:r>
              <a:rPr lang="en-US" sz="1800" noProof="0">
                <a:cs typeface="Arial"/>
              </a:rPr>
              <a:t>: Abdelrahman Abdin</a:t>
            </a:r>
          </a:p>
          <a:p>
            <a:r>
              <a:rPr lang="en-US" sz="1800">
                <a:cs typeface="Arial"/>
              </a:rPr>
              <a:t>Charging Stations: </a:t>
            </a:r>
            <a:r>
              <a:rPr lang="en-US" sz="1800" err="1">
                <a:cs typeface="Arial"/>
              </a:rPr>
              <a:t>Girsy</a:t>
            </a:r>
            <a:r>
              <a:rPr lang="en-US" sz="1800">
                <a:cs typeface="Arial"/>
              </a:rPr>
              <a:t> Guzmán and Abdin</a:t>
            </a:r>
          </a:p>
          <a:p>
            <a:r>
              <a:rPr lang="en-US" sz="1800">
                <a:cs typeface="Arial"/>
              </a:rPr>
              <a:t>Task management system: </a:t>
            </a:r>
            <a:r>
              <a:rPr lang="en-US" sz="1800" err="1">
                <a:cs typeface="Arial"/>
              </a:rPr>
              <a:t>Girsy</a:t>
            </a:r>
            <a:r>
              <a:rPr lang="en-US" sz="1800">
                <a:cs typeface="Arial"/>
              </a:rPr>
              <a:t> Guzmán</a:t>
            </a:r>
            <a:endParaRPr lang="en-US">
              <a:cs typeface="Arial"/>
            </a:endParaRPr>
          </a:p>
          <a:p>
            <a:r>
              <a:rPr lang="en-US" sz="1800">
                <a:cs typeface="Arial"/>
              </a:rPr>
              <a:t>Human Machine Interface: Aishwary Panchal</a:t>
            </a:r>
            <a:endParaRPr lang="en-US">
              <a:cs typeface="Arial"/>
            </a:endParaRPr>
          </a:p>
          <a:p>
            <a:r>
              <a:rPr lang="en-US" sz="1800">
                <a:cs typeface="Arial"/>
              </a:rPr>
              <a:t>File logging operations: Aishwary Panchal</a:t>
            </a:r>
            <a:endParaRPr lang="en-US"/>
          </a:p>
        </p:txBody>
      </p:sp>
    </p:spTree>
    <p:extLst>
      <p:ext uri="{BB962C8B-B14F-4D97-AF65-F5344CB8AC3E}">
        <p14:creationId xmlns:p14="http://schemas.microsoft.com/office/powerpoint/2010/main" val="4122396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8BDE3D-CB39-03D2-545F-5283024761BD}"/>
              </a:ext>
            </a:extLst>
          </p:cNvPr>
          <p:cNvSpPr>
            <a:spLocks noGrp="1"/>
          </p:cNvSpPr>
          <p:nvPr>
            <p:ph type="title"/>
          </p:nvPr>
        </p:nvSpPr>
        <p:spPr>
          <a:xfrm>
            <a:off x="603503" y="1213009"/>
            <a:ext cx="10991850" cy="1432570"/>
          </a:xfrm>
        </p:spPr>
        <p:txBody>
          <a:bodyPr vert="horz" lIns="91440" tIns="45720" rIns="91440" bIns="45720" rtlCol="0" anchor="ctr">
            <a:noAutofit/>
          </a:bodyPr>
          <a:lstStyle>
            <a:defPPr>
              <a:defRPr lang="de-DE"/>
            </a:defPPr>
          </a:lstStyle>
          <a:p>
            <a:pPr algn="ctr"/>
            <a:r>
              <a:rPr lang="en-US">
                <a:solidFill>
                  <a:srgbClr val="3B4546"/>
                </a:solidFill>
              </a:rPr>
              <a:t>Domain Description</a:t>
            </a:r>
            <a:endParaRPr lang="en-US" noProof="0">
              <a:cs typeface="Arial"/>
            </a:endParaRPr>
          </a:p>
        </p:txBody>
      </p:sp>
      <p:sp>
        <p:nvSpPr>
          <p:cNvPr id="12" name="Fußzeilenplatzhalter 11">
            <a:extLst>
              <a:ext uri="{FF2B5EF4-FFF2-40B4-BE49-F238E27FC236}">
                <a16:creationId xmlns:a16="http://schemas.microsoft.com/office/drawing/2014/main" id="{119D6C7A-A7F7-E063-9A09-611D1FB1DBE6}"/>
              </a:ext>
            </a:extLst>
          </p:cNvPr>
          <p:cNvSpPr>
            <a:spLocks noGrp="1"/>
          </p:cNvSpPr>
          <p:nvPr>
            <p:ph type="ftr" sz="quarter" idx="11"/>
          </p:nvPr>
        </p:nvSpPr>
        <p:spPr>
          <a:xfrm>
            <a:off x="387668" y="123159"/>
            <a:ext cx="2840830" cy="452913"/>
          </a:xfrm>
        </p:spPr>
        <p:txBody>
          <a:bodyPr rtlCol="0"/>
          <a:lstStyle>
            <a:defPPr>
              <a:defRPr lang="de-DE"/>
            </a:defPPr>
          </a:lstStyle>
          <a:p>
            <a:r>
              <a:rPr lang="en-US" sz="1100" noProof="0">
                <a:solidFill>
                  <a:srgbClr val="485365"/>
                </a:solidFill>
                <a:ea typeface="+mn-lt"/>
                <a:cs typeface="+mn-lt"/>
              </a:rPr>
              <a:t>Automated Industrial Material Storage And Delivery System</a:t>
            </a:r>
          </a:p>
          <a:p>
            <a:r>
              <a:rPr lang="en-US" sz="1100" noProof="0">
                <a:solidFill>
                  <a:srgbClr val="485365"/>
                </a:solidFill>
                <a:cs typeface="Arial"/>
              </a:rPr>
              <a:t>Group 5</a:t>
            </a:r>
          </a:p>
        </p:txBody>
      </p:sp>
      <p:sp>
        <p:nvSpPr>
          <p:cNvPr id="5" name="Textplatzhalter 4">
            <a:extLst>
              <a:ext uri="{FF2B5EF4-FFF2-40B4-BE49-F238E27FC236}">
                <a16:creationId xmlns:a16="http://schemas.microsoft.com/office/drawing/2014/main" id="{51683C73-2637-AC0E-5A6B-47B6C6CB9E2A}"/>
              </a:ext>
            </a:extLst>
          </p:cNvPr>
          <p:cNvSpPr>
            <a:spLocks noGrp="1"/>
          </p:cNvSpPr>
          <p:nvPr>
            <p:ph type="body" sz="quarter" idx="15"/>
          </p:nvPr>
        </p:nvSpPr>
        <p:spPr>
          <a:xfrm>
            <a:off x="331421" y="2755352"/>
            <a:ext cx="11534115" cy="3557793"/>
          </a:xfrm>
        </p:spPr>
        <p:txBody>
          <a:bodyPr vert="horz" lIns="91440" tIns="45720" rIns="91440" bIns="45720" rtlCol="0" anchor="t">
            <a:noAutofit/>
          </a:bodyPr>
          <a:lstStyle>
            <a:defPPr>
              <a:defRPr lang="de-DE"/>
            </a:defPPr>
          </a:lstStyle>
          <a:p>
            <a:pPr marL="283210" indent="-283210"/>
            <a:r>
              <a:rPr lang="en-US" sz="2000" noProof="0"/>
              <a:t>A system to store raw materials as well as processed goods</a:t>
            </a:r>
            <a:r>
              <a:rPr lang="en-US" sz="2000"/>
              <a:t>.</a:t>
            </a:r>
            <a:endParaRPr lang="en-US" sz="2000" noProof="0">
              <a:cs typeface="Arial"/>
            </a:endParaRPr>
          </a:p>
          <a:p>
            <a:pPr marL="283210" indent="-283210"/>
            <a:r>
              <a:rPr lang="en-US" sz="2000" noProof="0"/>
              <a:t>Fully automated for storage handling and moving of materials within the warehouse</a:t>
            </a:r>
            <a:r>
              <a:rPr lang="en-US" sz="2000"/>
              <a:t>.</a:t>
            </a:r>
            <a:endParaRPr lang="en-US" sz="2000" noProof="0">
              <a:cs typeface="Arial"/>
            </a:endParaRPr>
          </a:p>
          <a:p>
            <a:pPr marL="283210" indent="-283210"/>
            <a:r>
              <a:rPr lang="en-US" sz="2000">
                <a:cs typeface="Arial"/>
              </a:rPr>
              <a:t>The key components of the system are the task management system, the storage management system and a human machine interface to create and manage the orders.</a:t>
            </a:r>
          </a:p>
          <a:p>
            <a:pPr marL="283210" indent="-283210"/>
            <a:r>
              <a:rPr lang="en-US" sz="2000">
                <a:cs typeface="Arial"/>
              </a:rPr>
              <a:t>The system allows to create orders, view the logs of the different systems, view status of vehicles, charging station and inventory in the GUI.</a:t>
            </a:r>
          </a:p>
          <a:p>
            <a:pPr marL="283210" indent="-283210"/>
            <a:r>
              <a:rPr lang="en-US" sz="2000">
                <a:cs typeface="Arial"/>
              </a:rPr>
              <a:t>This would fit a raw material processing industry, like raw iron ore processing</a:t>
            </a:r>
          </a:p>
          <a:p>
            <a:pPr marL="283210" indent="-283210"/>
            <a:endParaRPr lang="en-US" sz="2000">
              <a:cs typeface="Arial"/>
            </a:endParaRPr>
          </a:p>
          <a:p>
            <a:pPr marL="283210" indent="-283210"/>
            <a:endParaRPr lang="en-US" sz="2000">
              <a:cs typeface="Arial"/>
            </a:endParaRPr>
          </a:p>
        </p:txBody>
      </p:sp>
      <p:sp>
        <p:nvSpPr>
          <p:cNvPr id="13" name="Foliennummernplatzhalt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rtlCol="0"/>
          <a:lstStyle>
            <a:defPPr>
              <a:defRPr lang="de-DE"/>
            </a:defPPr>
          </a:lstStyle>
          <a:p>
            <a:pPr rtl="0"/>
            <a:r>
              <a:rPr lang="en-US" noProof="0"/>
              <a:t>1</a:t>
            </a:r>
            <a:endParaRPr lang="en-US" noProof="0">
              <a:cs typeface="Arial"/>
            </a:endParaRPr>
          </a:p>
        </p:txBody>
      </p:sp>
    </p:spTree>
    <p:extLst>
      <p:ext uri="{BB962C8B-B14F-4D97-AF65-F5344CB8AC3E}">
        <p14:creationId xmlns:p14="http://schemas.microsoft.com/office/powerpoint/2010/main" val="397919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BCFD6D-95E8-13E5-5C1E-A33DB0C03516}"/>
              </a:ext>
            </a:extLst>
          </p:cNvPr>
          <p:cNvSpPr>
            <a:spLocks noGrp="1"/>
          </p:cNvSpPr>
          <p:nvPr>
            <p:ph type="ftr" sz="quarter" idx="11"/>
          </p:nvPr>
        </p:nvSpPr>
        <p:spPr>
          <a:xfrm>
            <a:off x="411480" y="169230"/>
            <a:ext cx="2778539" cy="274320"/>
          </a:xfrm>
        </p:spPr>
        <p:txBody>
          <a:bodyPr/>
          <a:lstStyle/>
          <a:p>
            <a:r>
              <a:rPr lang="en-US" sz="1100">
                <a:solidFill>
                  <a:srgbClr val="485365"/>
                </a:solidFill>
              </a:rPr>
              <a:t>Automated Industrial Material Storage And Delivery System</a:t>
            </a:r>
            <a:endParaRPr lang="en-US" sz="1100">
              <a:solidFill>
                <a:srgbClr val="000000"/>
              </a:solidFill>
            </a:endParaRPr>
          </a:p>
          <a:p>
            <a:r>
              <a:rPr lang="en-US" sz="1100">
                <a:solidFill>
                  <a:srgbClr val="485365"/>
                </a:solidFill>
              </a:rPr>
              <a:t>Group 5</a:t>
            </a:r>
            <a:endParaRPr lang="de-DE"/>
          </a:p>
        </p:txBody>
      </p:sp>
      <p:sp>
        <p:nvSpPr>
          <p:cNvPr id="3" name="Slide Number Placeholder 2">
            <a:extLst>
              <a:ext uri="{FF2B5EF4-FFF2-40B4-BE49-F238E27FC236}">
                <a16:creationId xmlns:a16="http://schemas.microsoft.com/office/drawing/2014/main" id="{8EB14E32-CA61-5691-F999-0E3E4B3AEB38}"/>
              </a:ext>
            </a:extLst>
          </p:cNvPr>
          <p:cNvSpPr>
            <a:spLocks noGrp="1"/>
          </p:cNvSpPr>
          <p:nvPr>
            <p:ph type="sldNum" sz="quarter" idx="12"/>
          </p:nvPr>
        </p:nvSpPr>
        <p:spPr/>
        <p:txBody>
          <a:bodyPr/>
          <a:lstStyle/>
          <a:p>
            <a:pPr rtl="0"/>
            <a:fld id="{5BFCF61C-3B18-4C03-8326-CC3B32D710C9}" type="slidenum">
              <a:rPr lang="de-DE" noProof="0" smtClean="0"/>
              <a:pPr rtl="0"/>
              <a:t>4</a:t>
            </a:fld>
            <a:endParaRPr lang="de-DE" noProof="0"/>
          </a:p>
        </p:txBody>
      </p:sp>
      <p:sp>
        <p:nvSpPr>
          <p:cNvPr id="4" name="Title 3">
            <a:extLst>
              <a:ext uri="{FF2B5EF4-FFF2-40B4-BE49-F238E27FC236}">
                <a16:creationId xmlns:a16="http://schemas.microsoft.com/office/drawing/2014/main" id="{008677BB-B3E2-5DA1-DDCA-F97379A0E43A}"/>
              </a:ext>
            </a:extLst>
          </p:cNvPr>
          <p:cNvSpPr>
            <a:spLocks noGrp="1"/>
          </p:cNvSpPr>
          <p:nvPr>
            <p:ph type="title"/>
          </p:nvPr>
        </p:nvSpPr>
        <p:spPr>
          <a:xfrm>
            <a:off x="841629" y="1427321"/>
            <a:ext cx="10515600" cy="575321"/>
          </a:xfrm>
        </p:spPr>
        <p:txBody>
          <a:bodyPr vert="horz" lIns="91440" tIns="45720" rIns="91440" bIns="45720" rtlCol="0" anchor="ctr">
            <a:noAutofit/>
          </a:bodyPr>
          <a:lstStyle/>
          <a:p>
            <a:pPr algn="ctr"/>
            <a:r>
              <a:rPr lang="en-US">
                <a:cs typeface="Arial"/>
              </a:rPr>
              <a:t>System requirements</a:t>
            </a:r>
          </a:p>
        </p:txBody>
      </p:sp>
      <p:sp>
        <p:nvSpPr>
          <p:cNvPr id="7" name="Text Placeholder 6">
            <a:extLst>
              <a:ext uri="{FF2B5EF4-FFF2-40B4-BE49-F238E27FC236}">
                <a16:creationId xmlns:a16="http://schemas.microsoft.com/office/drawing/2014/main" id="{EC85E244-164B-0C70-1E40-0229C18B7296}"/>
              </a:ext>
            </a:extLst>
          </p:cNvPr>
          <p:cNvSpPr>
            <a:spLocks noGrp="1"/>
          </p:cNvSpPr>
          <p:nvPr>
            <p:ph type="body" sz="quarter" idx="15"/>
          </p:nvPr>
        </p:nvSpPr>
        <p:spPr>
          <a:xfrm>
            <a:off x="401888" y="2699790"/>
            <a:ext cx="11408278" cy="3864134"/>
          </a:xfrm>
        </p:spPr>
        <p:txBody>
          <a:bodyPr vert="horz" lIns="91440" tIns="45720" rIns="91440" bIns="45720" rtlCol="0" anchor="t">
            <a:noAutofit/>
          </a:bodyPr>
          <a:lstStyle/>
          <a:p>
            <a:pPr marL="283210" indent="-283210"/>
            <a:r>
              <a:rPr lang="en-US" sz="1800">
                <a:cs typeface="Arial"/>
              </a:rPr>
              <a:t>To ensure the system works perfectly, the material first needs to be sent to the warehouse for storage using the "</a:t>
            </a:r>
            <a:r>
              <a:rPr lang="en-US" sz="1800" err="1">
                <a:cs typeface="Arial"/>
              </a:rPr>
              <a:t>toWarehouse</a:t>
            </a:r>
            <a:r>
              <a:rPr lang="en-US" sz="1800">
                <a:cs typeface="Arial"/>
              </a:rPr>
              <a:t>" order type. Once inventory is updated, the other operations can be carried out</a:t>
            </a:r>
          </a:p>
          <a:p>
            <a:pPr marL="283210" indent="-283210"/>
            <a:r>
              <a:rPr lang="en-US" sz="1800">
                <a:cs typeface="Arial"/>
              </a:rPr>
              <a:t>Subsequent operations like "</a:t>
            </a:r>
            <a:r>
              <a:rPr lang="en-US" sz="1800" err="1">
                <a:cs typeface="Arial"/>
              </a:rPr>
              <a:t>toFactory</a:t>
            </a:r>
            <a:r>
              <a:rPr lang="en-US" sz="1800">
                <a:cs typeface="Arial"/>
              </a:rPr>
              <a:t>" and "</a:t>
            </a:r>
            <a:r>
              <a:rPr lang="en-US" sz="1800" err="1">
                <a:cs typeface="Arial"/>
              </a:rPr>
              <a:t>toDelivery</a:t>
            </a:r>
            <a:r>
              <a:rPr lang="en-US" sz="1800">
                <a:cs typeface="Arial"/>
              </a:rPr>
              <a:t>" need to be executed with weight quantities lesser than the weights present in the inventory </a:t>
            </a:r>
          </a:p>
          <a:p>
            <a:pPr marL="283210" indent="-283210"/>
            <a:r>
              <a:rPr lang="en-US" sz="1800">
                <a:cs typeface="Arial"/>
              </a:rPr>
              <a:t>To run unit tests, Junit must be added to the </a:t>
            </a:r>
            <a:r>
              <a:rPr lang="en-US" sz="1800" err="1">
                <a:cs typeface="Arial"/>
              </a:rPr>
              <a:t>classpath</a:t>
            </a:r>
            <a:r>
              <a:rPr lang="en-US" sz="1800">
                <a:cs typeface="Arial"/>
              </a:rPr>
              <a:t> in the build path of the project</a:t>
            </a:r>
          </a:p>
          <a:p>
            <a:pPr marL="283210" indent="-283210"/>
            <a:r>
              <a:rPr lang="en-US" sz="1800">
                <a:cs typeface="Arial"/>
              </a:rPr>
              <a:t>To run the GUI, </a:t>
            </a:r>
            <a:r>
              <a:rPr lang="en-US" sz="1800" err="1">
                <a:cs typeface="Arial"/>
              </a:rPr>
              <a:t>Javafx</a:t>
            </a:r>
            <a:r>
              <a:rPr lang="en-US" sz="1800">
                <a:cs typeface="Arial"/>
              </a:rPr>
              <a:t> must be added to the project. There are 2 main ways of doing this: </a:t>
            </a:r>
          </a:p>
          <a:p>
            <a:pPr lvl="1" indent="-283210">
              <a:buFont typeface="Courier New" panose="020B0604020202020204" pitchFamily="34" charset="0"/>
              <a:buChar char="o"/>
            </a:pPr>
            <a:r>
              <a:rPr lang="en-US" sz="1800">
                <a:cs typeface="Arial"/>
              </a:rPr>
              <a:t>Add </a:t>
            </a:r>
            <a:r>
              <a:rPr lang="en-US" sz="1800" err="1">
                <a:cs typeface="Arial"/>
              </a:rPr>
              <a:t>Javafx</a:t>
            </a:r>
            <a:r>
              <a:rPr lang="en-US" sz="1800">
                <a:cs typeface="Arial"/>
              </a:rPr>
              <a:t> libraries manually to the </a:t>
            </a:r>
            <a:r>
              <a:rPr lang="en-US" sz="1800" err="1">
                <a:cs typeface="Arial"/>
              </a:rPr>
              <a:t>classpath</a:t>
            </a:r>
            <a:r>
              <a:rPr lang="en-US" sz="1800">
                <a:cs typeface="Arial"/>
              </a:rPr>
              <a:t> in the build path, OR</a:t>
            </a:r>
          </a:p>
          <a:p>
            <a:pPr lvl="1" indent="-283210">
              <a:buFont typeface="Courier New" panose="020B0604020202020204" pitchFamily="34" charset="0"/>
              <a:buChar char="o"/>
            </a:pPr>
            <a:r>
              <a:rPr lang="en-US" sz="1800">
                <a:cs typeface="Arial"/>
              </a:rPr>
              <a:t>Make use of a JDK that has </a:t>
            </a:r>
            <a:r>
              <a:rPr lang="en-US" sz="1800" err="1">
                <a:cs typeface="Arial"/>
              </a:rPr>
              <a:t>Javafx</a:t>
            </a:r>
            <a:r>
              <a:rPr lang="en-US" sz="1800">
                <a:cs typeface="Arial"/>
              </a:rPr>
              <a:t> already bundled with it</a:t>
            </a:r>
          </a:p>
          <a:p>
            <a:pPr lvl="1" indent="-283210">
              <a:buFont typeface="Courier New" panose="020B0604020202020204" pitchFamily="34" charset="0"/>
              <a:buChar char="o"/>
            </a:pPr>
            <a:endParaRPr lang="en-US" sz="1800">
              <a:cs typeface="Arial"/>
            </a:endParaRPr>
          </a:p>
        </p:txBody>
      </p:sp>
    </p:spTree>
    <p:extLst>
      <p:ext uri="{BB962C8B-B14F-4D97-AF65-F5344CB8AC3E}">
        <p14:creationId xmlns:p14="http://schemas.microsoft.com/office/powerpoint/2010/main" val="4210265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9F9EF4-4B65-1E79-8206-62C7589E9B21}"/>
              </a:ext>
            </a:extLst>
          </p:cNvPr>
          <p:cNvSpPr>
            <a:spLocks noGrp="1"/>
          </p:cNvSpPr>
          <p:nvPr>
            <p:ph type="title"/>
          </p:nvPr>
        </p:nvSpPr>
        <p:spPr>
          <a:xfrm>
            <a:off x="1805432" y="2574986"/>
            <a:ext cx="6675120" cy="1702816"/>
          </a:xfrm>
        </p:spPr>
        <p:txBody>
          <a:bodyPr>
            <a:normAutofit/>
          </a:bodyPr>
          <a:lstStyle/>
          <a:p>
            <a:r>
              <a:rPr lang="en-US" sz="6000">
                <a:cs typeface="Arial"/>
              </a:rPr>
              <a:t>Class diagram</a:t>
            </a:r>
            <a:endParaRPr lang="en-US" sz="3200">
              <a:cs typeface="Arial"/>
            </a:endParaRPr>
          </a:p>
        </p:txBody>
      </p:sp>
      <p:sp>
        <p:nvSpPr>
          <p:cNvPr id="2" name="Footer Placeholder 1">
            <a:extLst>
              <a:ext uri="{FF2B5EF4-FFF2-40B4-BE49-F238E27FC236}">
                <a16:creationId xmlns:a16="http://schemas.microsoft.com/office/drawing/2014/main" id="{F4F78F45-34E1-B772-3399-232273B9A400}"/>
              </a:ext>
            </a:extLst>
          </p:cNvPr>
          <p:cNvSpPr>
            <a:spLocks noGrp="1"/>
          </p:cNvSpPr>
          <p:nvPr>
            <p:ph type="ftr" sz="quarter" idx="4294967295"/>
          </p:nvPr>
        </p:nvSpPr>
        <p:spPr>
          <a:xfrm>
            <a:off x="0" y="301625"/>
            <a:ext cx="1828800" cy="274638"/>
          </a:xfrm>
        </p:spPr>
        <p:txBody>
          <a:bodyPr/>
          <a:lstStyle/>
          <a:p>
            <a:pPr rtl="0"/>
            <a:r>
              <a:rPr lang="de-DE" noProof="0"/>
              <a:t>Titel der Präsentation</a:t>
            </a:r>
          </a:p>
        </p:txBody>
      </p:sp>
      <p:sp>
        <p:nvSpPr>
          <p:cNvPr id="3" name="Slide Number Placeholder 2">
            <a:extLst>
              <a:ext uri="{FF2B5EF4-FFF2-40B4-BE49-F238E27FC236}">
                <a16:creationId xmlns:a16="http://schemas.microsoft.com/office/drawing/2014/main" id="{77CEE1A5-3608-0C80-C1E2-149BF4D3474F}"/>
              </a:ext>
            </a:extLst>
          </p:cNvPr>
          <p:cNvSpPr>
            <a:spLocks noGrp="1"/>
          </p:cNvSpPr>
          <p:nvPr>
            <p:ph type="sldNum" sz="quarter" idx="4294967295"/>
          </p:nvPr>
        </p:nvSpPr>
        <p:spPr>
          <a:xfrm>
            <a:off x="10110166" y="301625"/>
            <a:ext cx="1673225" cy="274638"/>
          </a:xfrm>
        </p:spPr>
        <p:txBody>
          <a:bodyPr/>
          <a:lstStyle/>
          <a:p>
            <a:pPr rtl="0"/>
            <a:fld id="{5BFCF61C-3B18-4C03-8326-CC3B32D710C9}" type="slidenum">
              <a:rPr lang="de-DE" noProof="0" smtClean="0"/>
              <a:pPr rtl="0"/>
              <a:t>5</a:t>
            </a:fld>
            <a:endParaRPr lang="de-DE" noProof="0"/>
          </a:p>
        </p:txBody>
      </p:sp>
      <p:sp>
        <p:nvSpPr>
          <p:cNvPr id="10" name="Footer Placeholder 1">
            <a:extLst>
              <a:ext uri="{FF2B5EF4-FFF2-40B4-BE49-F238E27FC236}">
                <a16:creationId xmlns:a16="http://schemas.microsoft.com/office/drawing/2014/main" id="{CA7AF292-8A3F-B00A-0836-272F5ACDA2CB}"/>
              </a:ext>
            </a:extLst>
          </p:cNvPr>
          <p:cNvSpPr txBox="1">
            <a:spLocks/>
          </p:cNvSpPr>
          <p:nvPr/>
        </p:nvSpPr>
        <p:spPr>
          <a:xfrm>
            <a:off x="411480" y="169230"/>
            <a:ext cx="2778539" cy="660841"/>
          </a:xfrm>
          <a:prstGeom prst="rect">
            <a:avLst/>
          </a:prstGeom>
          <a:ln>
            <a:noFill/>
          </a:ln>
        </p:spPr>
        <p:txBody>
          <a:bodyPr lIns="91440" tIns="45720" rIns="91440" bIns="45720" anchor="t"/>
          <a:lstStyle>
            <a:defPPr rtl="0">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r>
              <a:rPr lang="en-US" sz="1100">
                <a:solidFill>
                  <a:schemeClr val="bg1">
                    <a:lumMod val="85000"/>
                  </a:schemeClr>
                </a:solidFill>
              </a:rPr>
              <a:t>Automated Industrial Material Storage And Delivery System</a:t>
            </a:r>
            <a:endParaRPr lang="en-US" sz="1100">
              <a:solidFill>
                <a:schemeClr val="bg1">
                  <a:lumMod val="85000"/>
                </a:schemeClr>
              </a:solidFill>
              <a:cs typeface="Arial"/>
            </a:endParaRPr>
          </a:p>
          <a:p>
            <a:r>
              <a:rPr lang="en-US" sz="1100">
                <a:solidFill>
                  <a:schemeClr val="bg1">
                    <a:lumMod val="85000"/>
                  </a:schemeClr>
                </a:solidFill>
              </a:rPr>
              <a:t>Group 5</a:t>
            </a:r>
            <a:endParaRPr lang="en-US">
              <a:solidFill>
                <a:schemeClr val="bg1">
                  <a:lumMod val="85000"/>
                </a:schemeClr>
              </a:solidFill>
              <a:cs typeface="Arial"/>
            </a:endParaRPr>
          </a:p>
        </p:txBody>
      </p:sp>
    </p:spTree>
    <p:extLst>
      <p:ext uri="{BB962C8B-B14F-4D97-AF65-F5344CB8AC3E}">
        <p14:creationId xmlns:p14="http://schemas.microsoft.com/office/powerpoint/2010/main" val="1116095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iagrama, Esquemático&#10;&#10;El contenido generado por IA puede ser incorrecto.">
            <a:extLst>
              <a:ext uri="{FF2B5EF4-FFF2-40B4-BE49-F238E27FC236}">
                <a16:creationId xmlns:a16="http://schemas.microsoft.com/office/drawing/2014/main" id="{B273A960-A2FC-15DD-BF21-1ECB871D82EC}"/>
              </a:ext>
            </a:extLst>
          </p:cNvPr>
          <p:cNvPicPr>
            <a:picLocks noChangeAspect="1"/>
          </p:cNvPicPr>
          <p:nvPr/>
        </p:nvPicPr>
        <p:blipFill>
          <a:blip r:embed="rId2"/>
          <a:stretch>
            <a:fillRect/>
          </a:stretch>
        </p:blipFill>
        <p:spPr>
          <a:xfrm>
            <a:off x="481709" y="0"/>
            <a:ext cx="11228582" cy="6858000"/>
          </a:xfrm>
          <a:prstGeom prst="rect">
            <a:avLst/>
          </a:prstGeom>
        </p:spPr>
      </p:pic>
    </p:spTree>
    <p:extLst>
      <p:ext uri="{BB962C8B-B14F-4D97-AF65-F5344CB8AC3E}">
        <p14:creationId xmlns:p14="http://schemas.microsoft.com/office/powerpoint/2010/main" val="2132133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5BE34-FA6E-9D36-DFF1-ADD8D7755E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CDFE06-EE9F-2470-BFDD-EE8BE309A20D}"/>
              </a:ext>
            </a:extLst>
          </p:cNvPr>
          <p:cNvSpPr>
            <a:spLocks noGrp="1"/>
          </p:cNvSpPr>
          <p:nvPr>
            <p:ph type="title"/>
          </p:nvPr>
        </p:nvSpPr>
        <p:spPr>
          <a:xfrm>
            <a:off x="1805432" y="2574986"/>
            <a:ext cx="6675120" cy="1702816"/>
          </a:xfrm>
        </p:spPr>
        <p:txBody>
          <a:bodyPr>
            <a:normAutofit/>
          </a:bodyPr>
          <a:lstStyle/>
          <a:p>
            <a:r>
              <a:rPr lang="en-US" sz="6000">
                <a:cs typeface="Arial"/>
              </a:rPr>
              <a:t>Component diagram</a:t>
            </a:r>
            <a:endParaRPr lang="en-US" sz="3200">
              <a:cs typeface="Arial"/>
            </a:endParaRPr>
          </a:p>
        </p:txBody>
      </p:sp>
      <p:sp>
        <p:nvSpPr>
          <p:cNvPr id="2" name="Footer Placeholder 1">
            <a:extLst>
              <a:ext uri="{FF2B5EF4-FFF2-40B4-BE49-F238E27FC236}">
                <a16:creationId xmlns:a16="http://schemas.microsoft.com/office/drawing/2014/main" id="{FFB10F21-AC58-8838-FD3D-269950ABF3A9}"/>
              </a:ext>
            </a:extLst>
          </p:cNvPr>
          <p:cNvSpPr>
            <a:spLocks noGrp="1"/>
          </p:cNvSpPr>
          <p:nvPr>
            <p:ph type="ftr" sz="quarter" idx="4294967295"/>
          </p:nvPr>
        </p:nvSpPr>
        <p:spPr>
          <a:xfrm>
            <a:off x="0" y="301625"/>
            <a:ext cx="1828800" cy="274638"/>
          </a:xfrm>
        </p:spPr>
        <p:txBody>
          <a:bodyPr/>
          <a:lstStyle/>
          <a:p>
            <a:pPr rtl="0"/>
            <a:r>
              <a:rPr lang="de-DE" noProof="0"/>
              <a:t>Titel der Präsentation</a:t>
            </a:r>
          </a:p>
        </p:txBody>
      </p:sp>
      <p:sp>
        <p:nvSpPr>
          <p:cNvPr id="3" name="Slide Number Placeholder 2">
            <a:extLst>
              <a:ext uri="{FF2B5EF4-FFF2-40B4-BE49-F238E27FC236}">
                <a16:creationId xmlns:a16="http://schemas.microsoft.com/office/drawing/2014/main" id="{CA06D7B3-4EE9-DE91-CE85-49B3E4AE55A6}"/>
              </a:ext>
            </a:extLst>
          </p:cNvPr>
          <p:cNvSpPr>
            <a:spLocks noGrp="1"/>
          </p:cNvSpPr>
          <p:nvPr>
            <p:ph type="sldNum" sz="quarter" idx="4294967295"/>
          </p:nvPr>
        </p:nvSpPr>
        <p:spPr>
          <a:xfrm>
            <a:off x="10110166" y="301625"/>
            <a:ext cx="1673225" cy="274638"/>
          </a:xfrm>
        </p:spPr>
        <p:txBody>
          <a:bodyPr/>
          <a:lstStyle/>
          <a:p>
            <a:pPr rtl="0"/>
            <a:fld id="{5BFCF61C-3B18-4C03-8326-CC3B32D710C9}" type="slidenum">
              <a:rPr lang="de-DE" noProof="0" smtClean="0"/>
              <a:pPr rtl="0"/>
              <a:t>7</a:t>
            </a:fld>
            <a:endParaRPr lang="de-DE" noProof="0"/>
          </a:p>
        </p:txBody>
      </p:sp>
      <p:sp>
        <p:nvSpPr>
          <p:cNvPr id="10" name="Footer Placeholder 1">
            <a:extLst>
              <a:ext uri="{FF2B5EF4-FFF2-40B4-BE49-F238E27FC236}">
                <a16:creationId xmlns:a16="http://schemas.microsoft.com/office/drawing/2014/main" id="{5B6361C7-3096-06EA-5E42-1A0ED285B326}"/>
              </a:ext>
            </a:extLst>
          </p:cNvPr>
          <p:cNvSpPr txBox="1">
            <a:spLocks/>
          </p:cNvSpPr>
          <p:nvPr/>
        </p:nvSpPr>
        <p:spPr>
          <a:xfrm>
            <a:off x="411480" y="169230"/>
            <a:ext cx="2778539" cy="660841"/>
          </a:xfrm>
          <a:prstGeom prst="rect">
            <a:avLst/>
          </a:prstGeom>
          <a:ln>
            <a:noFill/>
          </a:ln>
        </p:spPr>
        <p:txBody>
          <a:bodyPr lIns="91440" tIns="45720" rIns="91440" bIns="45720" anchor="t"/>
          <a:lstStyle>
            <a:defPPr rtl="0">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r>
              <a:rPr lang="en-US" sz="1100">
                <a:solidFill>
                  <a:schemeClr val="bg1">
                    <a:lumMod val="85000"/>
                  </a:schemeClr>
                </a:solidFill>
              </a:rPr>
              <a:t>Automated Industrial Material Storage And Delivery System</a:t>
            </a:r>
            <a:endParaRPr lang="en-US" sz="1100">
              <a:solidFill>
                <a:schemeClr val="bg1">
                  <a:lumMod val="85000"/>
                </a:schemeClr>
              </a:solidFill>
              <a:cs typeface="Arial"/>
            </a:endParaRPr>
          </a:p>
          <a:p>
            <a:r>
              <a:rPr lang="en-US" sz="1100">
                <a:solidFill>
                  <a:schemeClr val="bg1">
                    <a:lumMod val="85000"/>
                  </a:schemeClr>
                </a:solidFill>
              </a:rPr>
              <a:t>Group 5</a:t>
            </a:r>
            <a:endParaRPr lang="en-US">
              <a:solidFill>
                <a:schemeClr val="bg1">
                  <a:lumMod val="85000"/>
                </a:schemeClr>
              </a:solidFill>
              <a:cs typeface="Arial"/>
            </a:endParaRPr>
          </a:p>
        </p:txBody>
      </p:sp>
    </p:spTree>
    <p:extLst>
      <p:ext uri="{BB962C8B-B14F-4D97-AF65-F5344CB8AC3E}">
        <p14:creationId xmlns:p14="http://schemas.microsoft.com/office/powerpoint/2010/main" val="261571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Diagrama, Dibujo de ingeniería&#10;&#10;El contenido generado por IA puede ser incorrecto.">
            <a:extLst>
              <a:ext uri="{FF2B5EF4-FFF2-40B4-BE49-F238E27FC236}">
                <a16:creationId xmlns:a16="http://schemas.microsoft.com/office/drawing/2014/main" id="{93B34D77-25E5-648C-022C-BE1824A935EA}"/>
              </a:ext>
            </a:extLst>
          </p:cNvPr>
          <p:cNvPicPr>
            <a:picLocks noChangeAspect="1"/>
          </p:cNvPicPr>
          <p:nvPr/>
        </p:nvPicPr>
        <p:blipFill>
          <a:blip r:embed="rId2"/>
          <a:stretch>
            <a:fillRect/>
          </a:stretch>
        </p:blipFill>
        <p:spPr>
          <a:xfrm>
            <a:off x="657908" y="0"/>
            <a:ext cx="10876183" cy="6858000"/>
          </a:xfrm>
          <a:prstGeom prst="rect">
            <a:avLst/>
          </a:prstGeom>
        </p:spPr>
      </p:pic>
    </p:spTree>
    <p:extLst>
      <p:ext uri="{BB962C8B-B14F-4D97-AF65-F5344CB8AC3E}">
        <p14:creationId xmlns:p14="http://schemas.microsoft.com/office/powerpoint/2010/main" val="251681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51A630-D581-512C-1ABC-DE269433C299}"/>
              </a:ext>
            </a:extLst>
          </p:cNvPr>
          <p:cNvSpPr>
            <a:spLocks noGrp="1"/>
          </p:cNvSpPr>
          <p:nvPr>
            <p:ph type="sldNum" sz="quarter" idx="12"/>
          </p:nvPr>
        </p:nvSpPr>
        <p:spPr/>
        <p:txBody>
          <a:bodyPr/>
          <a:lstStyle/>
          <a:p>
            <a:pPr rtl="0"/>
            <a:fld id="{5BFCF61C-3B18-4C03-8326-CC3B32D710C9}" type="slidenum">
              <a:rPr lang="de-DE" noProof="0" smtClean="0"/>
              <a:pPr rtl="0"/>
              <a:t>9</a:t>
            </a:fld>
            <a:endParaRPr lang="de-DE" noProof="0"/>
          </a:p>
        </p:txBody>
      </p:sp>
      <p:sp>
        <p:nvSpPr>
          <p:cNvPr id="4" name="Title 3">
            <a:extLst>
              <a:ext uri="{FF2B5EF4-FFF2-40B4-BE49-F238E27FC236}">
                <a16:creationId xmlns:a16="http://schemas.microsoft.com/office/drawing/2014/main" id="{E6A5055E-735C-2B9E-289C-D59C0B05EF21}"/>
              </a:ext>
            </a:extLst>
          </p:cNvPr>
          <p:cNvSpPr>
            <a:spLocks noGrp="1"/>
          </p:cNvSpPr>
          <p:nvPr>
            <p:ph type="title"/>
          </p:nvPr>
        </p:nvSpPr>
        <p:spPr/>
        <p:txBody>
          <a:bodyPr/>
          <a:lstStyle/>
          <a:p>
            <a:r>
              <a:rPr lang="en-US">
                <a:cs typeface="Arial"/>
              </a:rPr>
              <a:t>Management I/O</a:t>
            </a:r>
            <a:endParaRPr lang="en-US"/>
          </a:p>
        </p:txBody>
      </p:sp>
      <p:sp>
        <p:nvSpPr>
          <p:cNvPr id="7" name="Text Placeholder 6">
            <a:extLst>
              <a:ext uri="{FF2B5EF4-FFF2-40B4-BE49-F238E27FC236}">
                <a16:creationId xmlns:a16="http://schemas.microsoft.com/office/drawing/2014/main" id="{D0B7A73C-7610-18E5-93B7-366B5A2D4BA0}"/>
              </a:ext>
            </a:extLst>
          </p:cNvPr>
          <p:cNvSpPr>
            <a:spLocks noGrp="1"/>
          </p:cNvSpPr>
          <p:nvPr>
            <p:ph type="body" sz="quarter" idx="15"/>
          </p:nvPr>
        </p:nvSpPr>
        <p:spPr>
          <a:xfrm>
            <a:off x="6089961" y="943960"/>
            <a:ext cx="5718163" cy="4960788"/>
          </a:xfrm>
        </p:spPr>
        <p:txBody>
          <a:bodyPr vert="horz" lIns="91440" tIns="45720" rIns="91440" bIns="45720" rtlCol="0" anchor="t">
            <a:noAutofit/>
          </a:bodyPr>
          <a:lstStyle/>
          <a:p>
            <a:pPr marL="283210" indent="-283210"/>
            <a:r>
              <a:rPr lang="en-US">
                <a:cs typeface="Arial"/>
              </a:rPr>
              <a:t>User input: weight entered with "</a:t>
            </a:r>
            <a:r>
              <a:rPr lang="en-US" err="1">
                <a:cs typeface="Arial"/>
              </a:rPr>
              <a:t>toWarehouse</a:t>
            </a:r>
            <a:r>
              <a:rPr lang="en-US">
                <a:cs typeface="Arial"/>
              </a:rPr>
              <a:t>" type selected. ("</a:t>
            </a:r>
            <a:r>
              <a:rPr lang="en-US" err="1">
                <a:cs typeface="Arial"/>
              </a:rPr>
              <a:t>toFactory</a:t>
            </a:r>
            <a:r>
              <a:rPr lang="en-US">
                <a:cs typeface="Arial"/>
              </a:rPr>
              <a:t>" and "</a:t>
            </a:r>
            <a:r>
              <a:rPr lang="en-US" err="1">
                <a:cs typeface="Arial"/>
              </a:rPr>
              <a:t>toDelivery</a:t>
            </a:r>
            <a:r>
              <a:rPr lang="en-US">
                <a:cs typeface="Arial"/>
              </a:rPr>
              <a:t>" can be selected once inventory for raw materials and processed goods are non-zero respectively)</a:t>
            </a:r>
          </a:p>
          <a:p>
            <a:pPr marL="283210" indent="-283210"/>
            <a:r>
              <a:rPr lang="en-US">
                <a:cs typeface="Arial"/>
              </a:rPr>
              <a:t>Task Management spawns different threads for the charging station, </a:t>
            </a:r>
            <a:r>
              <a:rPr lang="en-US" err="1">
                <a:cs typeface="Arial"/>
              </a:rPr>
              <a:t>movDelivery</a:t>
            </a:r>
            <a:r>
              <a:rPr lang="en-US">
                <a:cs typeface="Arial"/>
              </a:rPr>
              <a:t> and </a:t>
            </a:r>
            <a:r>
              <a:rPr lang="en-US" err="1">
                <a:cs typeface="Arial"/>
              </a:rPr>
              <a:t>movStorage</a:t>
            </a:r>
            <a:r>
              <a:rPr lang="en-US">
                <a:cs typeface="Arial"/>
              </a:rPr>
              <a:t>. </a:t>
            </a:r>
          </a:p>
          <a:p>
            <a:pPr marL="283210" indent="-283210"/>
            <a:r>
              <a:rPr lang="en-US">
                <a:cs typeface="Arial"/>
              </a:rPr>
              <a:t>Two queues are also created for the available </a:t>
            </a:r>
            <a:r>
              <a:rPr lang="en-US" err="1">
                <a:cs typeface="Arial"/>
              </a:rPr>
              <a:t>avgs</a:t>
            </a:r>
            <a:r>
              <a:rPr lang="en-US">
                <a:cs typeface="Arial"/>
              </a:rPr>
              <a:t> as well as the </a:t>
            </a:r>
            <a:r>
              <a:rPr lang="en-US" err="1">
                <a:cs typeface="Arial"/>
              </a:rPr>
              <a:t>avgs</a:t>
            </a:r>
            <a:r>
              <a:rPr lang="en-US">
                <a:cs typeface="Arial"/>
              </a:rPr>
              <a:t> in need of charging. </a:t>
            </a:r>
          </a:p>
          <a:p>
            <a:pPr marL="283210" indent="-283210"/>
            <a:r>
              <a:rPr lang="en-US">
                <a:cs typeface="Arial"/>
              </a:rPr>
              <a:t>Data from charging station and inventory is updated periodically as orders are created</a:t>
            </a:r>
          </a:p>
          <a:p>
            <a:pPr marL="283210" indent="-283210"/>
            <a:r>
              <a:rPr lang="en-US">
                <a:cs typeface="Arial"/>
              </a:rPr>
              <a:t>Vehicle and charging station events are logged as new events take place. </a:t>
            </a:r>
          </a:p>
          <a:p>
            <a:pPr marL="283210" indent="-283210"/>
            <a:r>
              <a:rPr lang="en-US">
                <a:cs typeface="Arial"/>
              </a:rPr>
              <a:t>An error pop up opens when order weight being sent to factory or for delivery exceeds the inventory stock</a:t>
            </a:r>
          </a:p>
        </p:txBody>
      </p:sp>
      <p:sp>
        <p:nvSpPr>
          <p:cNvPr id="9" name="Footer Placeholder 1">
            <a:extLst>
              <a:ext uri="{FF2B5EF4-FFF2-40B4-BE49-F238E27FC236}">
                <a16:creationId xmlns:a16="http://schemas.microsoft.com/office/drawing/2014/main" id="{9146ABBA-4A86-CF33-1FCC-B6B24D2D1D3A}"/>
              </a:ext>
            </a:extLst>
          </p:cNvPr>
          <p:cNvSpPr>
            <a:spLocks noGrp="1"/>
          </p:cNvSpPr>
          <p:nvPr>
            <p:ph type="ftr" sz="quarter" idx="11"/>
          </p:nvPr>
        </p:nvSpPr>
        <p:spPr>
          <a:xfrm>
            <a:off x="423386" y="194596"/>
            <a:ext cx="2626518" cy="488632"/>
          </a:xfrm>
        </p:spPr>
        <p:txBody>
          <a:bodyPr/>
          <a:lstStyle/>
          <a:p>
            <a:r>
              <a:rPr lang="en-US" sz="1100">
                <a:solidFill>
                  <a:srgbClr val="485365"/>
                </a:solidFill>
              </a:rPr>
              <a:t>Automated Industrial Material Storage And Delivery System</a:t>
            </a:r>
            <a:endParaRPr lang="en-US" sz="1100">
              <a:solidFill>
                <a:srgbClr val="000000"/>
              </a:solidFill>
            </a:endParaRPr>
          </a:p>
          <a:p>
            <a:r>
              <a:rPr lang="en-US" sz="1100">
                <a:solidFill>
                  <a:srgbClr val="485365"/>
                </a:solidFill>
              </a:rPr>
              <a:t>Group 5</a:t>
            </a:r>
            <a:endParaRPr lang="de-DE"/>
          </a:p>
        </p:txBody>
      </p:sp>
    </p:spTree>
    <p:extLst>
      <p:ext uri="{BB962C8B-B14F-4D97-AF65-F5344CB8AC3E}">
        <p14:creationId xmlns:p14="http://schemas.microsoft.com/office/powerpoint/2010/main" val="1068901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690D04-6DA8-147F-290E-D1C5EAE8F7C1}"/>
              </a:ext>
            </a:extLst>
          </p:cNvPr>
          <p:cNvSpPr>
            <a:spLocks noGrp="1"/>
          </p:cNvSpPr>
          <p:nvPr>
            <p:ph type="sldNum" sz="quarter" idx="12"/>
          </p:nvPr>
        </p:nvSpPr>
        <p:spPr/>
        <p:txBody>
          <a:bodyPr/>
          <a:lstStyle/>
          <a:p>
            <a:pPr rtl="0"/>
            <a:fld id="{5BFCF61C-3B18-4C03-8326-CC3B32D710C9}" type="slidenum">
              <a:rPr lang="de-DE" noProof="0" smtClean="0"/>
              <a:pPr rtl="0"/>
              <a:t>10</a:t>
            </a:fld>
            <a:endParaRPr lang="de-DE" noProof="0"/>
          </a:p>
        </p:txBody>
      </p:sp>
      <p:sp>
        <p:nvSpPr>
          <p:cNvPr id="4" name="Title 3">
            <a:extLst>
              <a:ext uri="{FF2B5EF4-FFF2-40B4-BE49-F238E27FC236}">
                <a16:creationId xmlns:a16="http://schemas.microsoft.com/office/drawing/2014/main" id="{7CB32794-605D-53AE-893E-CA967AE3141D}"/>
              </a:ext>
            </a:extLst>
          </p:cNvPr>
          <p:cNvSpPr>
            <a:spLocks noGrp="1"/>
          </p:cNvSpPr>
          <p:nvPr>
            <p:ph type="title"/>
          </p:nvPr>
        </p:nvSpPr>
        <p:spPr>
          <a:xfrm>
            <a:off x="-3048" y="1602232"/>
            <a:ext cx="3972560" cy="1682749"/>
          </a:xfrm>
        </p:spPr>
        <p:txBody>
          <a:bodyPr/>
          <a:lstStyle/>
          <a:p>
            <a:r>
              <a:rPr lang="en-US" sz="4000">
                <a:cs typeface="Arial"/>
              </a:rPr>
              <a:t>User interface</a:t>
            </a:r>
            <a:endParaRPr lang="en-US" sz="4000"/>
          </a:p>
        </p:txBody>
      </p:sp>
      <p:pic>
        <p:nvPicPr>
          <p:cNvPr id="9" name="Picture 8" descr="A screenshot of a computer&#10;&#10;AI-generated content may be incorrect.">
            <a:extLst>
              <a:ext uri="{FF2B5EF4-FFF2-40B4-BE49-F238E27FC236}">
                <a16:creationId xmlns:a16="http://schemas.microsoft.com/office/drawing/2014/main" id="{4CD8891E-141C-BE38-DA97-DD519AE5DA27}"/>
              </a:ext>
            </a:extLst>
          </p:cNvPr>
          <p:cNvPicPr>
            <a:picLocks noChangeAspect="1"/>
          </p:cNvPicPr>
          <p:nvPr/>
        </p:nvPicPr>
        <p:blipFill>
          <a:blip r:embed="rId2"/>
          <a:stretch>
            <a:fillRect/>
          </a:stretch>
        </p:blipFill>
        <p:spPr>
          <a:xfrm>
            <a:off x="2936240" y="572578"/>
            <a:ext cx="9255760" cy="5794124"/>
          </a:xfrm>
          <a:prstGeom prst="rect">
            <a:avLst/>
          </a:prstGeom>
        </p:spPr>
      </p:pic>
      <p:sp>
        <p:nvSpPr>
          <p:cNvPr id="11" name="Footer Placeholder 1">
            <a:extLst>
              <a:ext uri="{FF2B5EF4-FFF2-40B4-BE49-F238E27FC236}">
                <a16:creationId xmlns:a16="http://schemas.microsoft.com/office/drawing/2014/main" id="{F48EF0AF-E69D-AA92-DDC2-67FB4C74996C}"/>
              </a:ext>
            </a:extLst>
          </p:cNvPr>
          <p:cNvSpPr>
            <a:spLocks noGrp="1"/>
          </p:cNvSpPr>
          <p:nvPr>
            <p:ph type="ftr" sz="quarter" idx="11"/>
          </p:nvPr>
        </p:nvSpPr>
        <p:spPr>
          <a:xfrm>
            <a:off x="423386" y="194596"/>
            <a:ext cx="2626518" cy="488632"/>
          </a:xfrm>
        </p:spPr>
        <p:txBody>
          <a:bodyPr/>
          <a:lstStyle/>
          <a:p>
            <a:r>
              <a:rPr lang="en-US" sz="1100">
                <a:solidFill>
                  <a:srgbClr val="485365"/>
                </a:solidFill>
              </a:rPr>
              <a:t>Automated Industrial Material Storage And Delivery System</a:t>
            </a:r>
            <a:endParaRPr lang="en-US" sz="1100">
              <a:solidFill>
                <a:srgbClr val="000000"/>
              </a:solidFill>
            </a:endParaRPr>
          </a:p>
          <a:p>
            <a:r>
              <a:rPr lang="en-US" sz="1100">
                <a:solidFill>
                  <a:srgbClr val="485365"/>
                </a:solidFill>
              </a:rPr>
              <a:t>Group 5</a:t>
            </a:r>
            <a:endParaRPr lang="de-DE"/>
          </a:p>
        </p:txBody>
      </p:sp>
    </p:spTree>
    <p:extLst>
      <p:ext uri="{BB962C8B-B14F-4D97-AF65-F5344CB8AC3E}">
        <p14:creationId xmlns:p14="http://schemas.microsoft.com/office/powerpoint/2010/main" val="107321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2488F08-13F3-32DE-9F83-B18B7B457D84}"/>
              </a:ext>
            </a:extLst>
          </p:cNvPr>
          <p:cNvSpPr>
            <a:spLocks noGrp="1"/>
          </p:cNvSpPr>
          <p:nvPr>
            <p:ph type="ftr" sz="quarter" idx="11"/>
          </p:nvPr>
        </p:nvSpPr>
        <p:spPr>
          <a:xfrm>
            <a:off x="423386" y="194596"/>
            <a:ext cx="2626518" cy="488632"/>
          </a:xfrm>
        </p:spPr>
        <p:txBody>
          <a:bodyPr/>
          <a:lstStyle/>
          <a:p>
            <a:r>
              <a:rPr lang="en-US" sz="1100">
                <a:solidFill>
                  <a:srgbClr val="485365"/>
                </a:solidFill>
              </a:rPr>
              <a:t>Automated Industrial Material Storage And Delivery System</a:t>
            </a:r>
            <a:endParaRPr lang="en-US" sz="1100">
              <a:solidFill>
                <a:srgbClr val="000000"/>
              </a:solidFill>
            </a:endParaRPr>
          </a:p>
          <a:p>
            <a:r>
              <a:rPr lang="en-US" sz="1100">
                <a:solidFill>
                  <a:srgbClr val="485365"/>
                </a:solidFill>
              </a:rPr>
              <a:t>Group 5</a:t>
            </a:r>
            <a:endParaRPr lang="de-DE"/>
          </a:p>
        </p:txBody>
      </p:sp>
      <p:sp>
        <p:nvSpPr>
          <p:cNvPr id="3" name="Slide Number Placeholder 2">
            <a:extLst>
              <a:ext uri="{FF2B5EF4-FFF2-40B4-BE49-F238E27FC236}">
                <a16:creationId xmlns:a16="http://schemas.microsoft.com/office/drawing/2014/main" id="{9C6EB61F-E27E-1DCD-AD1F-20E7917AFDE8}"/>
              </a:ext>
            </a:extLst>
          </p:cNvPr>
          <p:cNvSpPr>
            <a:spLocks noGrp="1"/>
          </p:cNvSpPr>
          <p:nvPr>
            <p:ph type="sldNum" sz="quarter" idx="12"/>
          </p:nvPr>
        </p:nvSpPr>
        <p:spPr/>
        <p:txBody>
          <a:bodyPr/>
          <a:lstStyle/>
          <a:p>
            <a:pPr rtl="0"/>
            <a:fld id="{5BFCF61C-3B18-4C03-8326-CC3B32D710C9}" type="slidenum">
              <a:rPr lang="de-DE" noProof="0" smtClean="0"/>
              <a:pPr rtl="0"/>
              <a:t>11</a:t>
            </a:fld>
            <a:endParaRPr lang="de-DE" noProof="0"/>
          </a:p>
        </p:txBody>
      </p:sp>
      <p:sp>
        <p:nvSpPr>
          <p:cNvPr id="4" name="Title 3">
            <a:extLst>
              <a:ext uri="{FF2B5EF4-FFF2-40B4-BE49-F238E27FC236}">
                <a16:creationId xmlns:a16="http://schemas.microsoft.com/office/drawing/2014/main" id="{F6D596D7-0A70-7F86-3D9A-5EFE5DA2170A}"/>
              </a:ext>
            </a:extLst>
          </p:cNvPr>
          <p:cNvSpPr>
            <a:spLocks noGrp="1"/>
          </p:cNvSpPr>
          <p:nvPr>
            <p:ph type="title"/>
          </p:nvPr>
        </p:nvSpPr>
        <p:spPr>
          <a:xfrm>
            <a:off x="0" y="1746251"/>
            <a:ext cx="4846320" cy="1682749"/>
          </a:xfrm>
        </p:spPr>
        <p:txBody>
          <a:bodyPr/>
          <a:lstStyle/>
          <a:p>
            <a:r>
              <a:rPr lang="en-US" sz="4200"/>
              <a:t>Concurrency</a:t>
            </a:r>
            <a:r>
              <a:rPr lang="en-US" sz="4200">
                <a:cs typeface="Arial"/>
              </a:rPr>
              <a:t> </a:t>
            </a:r>
            <a:r>
              <a:rPr lang="en-US" sz="4200"/>
              <a:t>and threads</a:t>
            </a:r>
          </a:p>
        </p:txBody>
      </p:sp>
      <p:sp>
        <p:nvSpPr>
          <p:cNvPr id="5" name="Text Placeholder 4">
            <a:extLst>
              <a:ext uri="{FF2B5EF4-FFF2-40B4-BE49-F238E27FC236}">
                <a16:creationId xmlns:a16="http://schemas.microsoft.com/office/drawing/2014/main" id="{93540B3C-1507-BC3C-A5AB-1D8B839A193F}"/>
              </a:ext>
            </a:extLst>
          </p:cNvPr>
          <p:cNvSpPr>
            <a:spLocks noGrp="1"/>
          </p:cNvSpPr>
          <p:nvPr>
            <p:ph type="body" sz="quarter" idx="13"/>
          </p:nvPr>
        </p:nvSpPr>
        <p:spPr>
          <a:xfrm>
            <a:off x="4889269" y="533139"/>
            <a:ext cx="6219463" cy="509390"/>
          </a:xfrm>
        </p:spPr>
        <p:txBody>
          <a:bodyPr vert="horz" lIns="91440" tIns="45720" rIns="91440" bIns="45720" rtlCol="0" anchor="t">
            <a:noAutofit/>
          </a:bodyPr>
          <a:lstStyle/>
          <a:p>
            <a:r>
              <a:rPr lang="en-US">
                <a:cs typeface="Arial"/>
              </a:rPr>
              <a:t>Charging concurrency </a:t>
            </a:r>
            <a:endParaRPr lang="en-US"/>
          </a:p>
        </p:txBody>
      </p:sp>
      <p:sp>
        <p:nvSpPr>
          <p:cNvPr id="6" name="Text Placeholder 5">
            <a:extLst>
              <a:ext uri="{FF2B5EF4-FFF2-40B4-BE49-F238E27FC236}">
                <a16:creationId xmlns:a16="http://schemas.microsoft.com/office/drawing/2014/main" id="{74182F24-493C-FB7F-D277-6FC36E5B961E}"/>
              </a:ext>
            </a:extLst>
          </p:cNvPr>
          <p:cNvSpPr>
            <a:spLocks noGrp="1"/>
          </p:cNvSpPr>
          <p:nvPr>
            <p:ph type="body" sz="quarter" idx="14"/>
          </p:nvPr>
        </p:nvSpPr>
        <p:spPr>
          <a:xfrm>
            <a:off x="4846320" y="2447277"/>
            <a:ext cx="6219463" cy="490538"/>
          </a:xfrm>
        </p:spPr>
        <p:txBody>
          <a:bodyPr vert="horz" lIns="91440" tIns="45720" rIns="91440" bIns="45720" rtlCol="0" anchor="t">
            <a:noAutofit/>
          </a:bodyPr>
          <a:lstStyle/>
          <a:p>
            <a:r>
              <a:rPr lang="en-US">
                <a:cs typeface="Arial"/>
              </a:rPr>
              <a:t>Movement classes </a:t>
            </a:r>
            <a:endParaRPr lang="en-US"/>
          </a:p>
        </p:txBody>
      </p:sp>
      <p:sp>
        <p:nvSpPr>
          <p:cNvPr id="7" name="Text Placeholder 6">
            <a:extLst>
              <a:ext uri="{FF2B5EF4-FFF2-40B4-BE49-F238E27FC236}">
                <a16:creationId xmlns:a16="http://schemas.microsoft.com/office/drawing/2014/main" id="{D8C408AF-CD85-4B51-8C0A-37650FE5D0D6}"/>
              </a:ext>
            </a:extLst>
          </p:cNvPr>
          <p:cNvSpPr>
            <a:spLocks noGrp="1"/>
          </p:cNvSpPr>
          <p:nvPr>
            <p:ph type="body" sz="quarter" idx="15"/>
          </p:nvPr>
        </p:nvSpPr>
        <p:spPr>
          <a:xfrm>
            <a:off x="4889269" y="1042529"/>
            <a:ext cx="6125228" cy="1299269"/>
          </a:xfrm>
        </p:spPr>
        <p:txBody>
          <a:bodyPr vert="horz" lIns="91440" tIns="45720" rIns="91440" bIns="45720" rtlCol="0" anchor="t">
            <a:noAutofit/>
          </a:bodyPr>
          <a:lstStyle/>
          <a:p>
            <a:pPr marL="283210" indent="-283210"/>
            <a:r>
              <a:rPr lang="en-US">
                <a:cs typeface="Arial"/>
              </a:rPr>
              <a:t>The charging management class (</a:t>
            </a:r>
            <a:r>
              <a:rPr lang="en-US" i="1" err="1">
                <a:cs typeface="Arial"/>
              </a:rPr>
              <a:t>chargingStation</a:t>
            </a:r>
            <a:r>
              <a:rPr lang="en-US">
                <a:cs typeface="Arial"/>
              </a:rPr>
              <a:t>) is runnable and is spawned as a separate thread by the task management class.</a:t>
            </a:r>
          </a:p>
        </p:txBody>
      </p:sp>
      <p:sp>
        <p:nvSpPr>
          <p:cNvPr id="8" name="Text Placeholder 7">
            <a:extLst>
              <a:ext uri="{FF2B5EF4-FFF2-40B4-BE49-F238E27FC236}">
                <a16:creationId xmlns:a16="http://schemas.microsoft.com/office/drawing/2014/main" id="{9805CB9B-8EB0-F3BE-8332-1B354E897B97}"/>
              </a:ext>
            </a:extLst>
          </p:cNvPr>
          <p:cNvSpPr>
            <a:spLocks noGrp="1"/>
          </p:cNvSpPr>
          <p:nvPr>
            <p:ph type="body" sz="quarter" idx="16"/>
          </p:nvPr>
        </p:nvSpPr>
        <p:spPr>
          <a:xfrm>
            <a:off x="4846320" y="2905171"/>
            <a:ext cx="6125228" cy="1245754"/>
          </a:xfrm>
        </p:spPr>
        <p:txBody>
          <a:bodyPr vert="horz" lIns="91440" tIns="45720" rIns="91440" bIns="45720" rtlCol="0" anchor="t">
            <a:noAutofit/>
          </a:bodyPr>
          <a:lstStyle/>
          <a:p>
            <a:pPr marL="283210" indent="-283210"/>
            <a:r>
              <a:rPr lang="en-US">
                <a:cs typeface="Arial"/>
              </a:rPr>
              <a:t>The "</a:t>
            </a:r>
            <a:r>
              <a:rPr lang="en-US" i="1" err="1">
                <a:cs typeface="Arial"/>
              </a:rPr>
              <a:t>movStorage</a:t>
            </a:r>
            <a:r>
              <a:rPr lang="en-US">
                <a:cs typeface="Arial"/>
              </a:rPr>
              <a:t>" and "</a:t>
            </a:r>
            <a:r>
              <a:rPr lang="en-US" i="1" err="1">
                <a:cs typeface="Arial"/>
              </a:rPr>
              <a:t>movDelivery</a:t>
            </a:r>
            <a:r>
              <a:rPr lang="en-US">
                <a:cs typeface="Arial"/>
              </a:rPr>
              <a:t>" classes are runnable and are executed as separate threads by the task management class when an order needs to be handled.</a:t>
            </a:r>
          </a:p>
        </p:txBody>
      </p:sp>
      <p:sp>
        <p:nvSpPr>
          <p:cNvPr id="11" name="Text Placeholder 5">
            <a:extLst>
              <a:ext uri="{FF2B5EF4-FFF2-40B4-BE49-F238E27FC236}">
                <a16:creationId xmlns:a16="http://schemas.microsoft.com/office/drawing/2014/main" id="{BDBEB3EF-2080-B98C-C55A-29C623AFA084}"/>
              </a:ext>
            </a:extLst>
          </p:cNvPr>
          <p:cNvSpPr txBox="1">
            <a:spLocks/>
          </p:cNvSpPr>
          <p:nvPr/>
        </p:nvSpPr>
        <p:spPr>
          <a:xfrm>
            <a:off x="4846320" y="4382960"/>
            <a:ext cx="6219463" cy="490538"/>
          </a:xfrm>
          <a:prstGeom prst="rect">
            <a:avLst/>
          </a:prstGeom>
        </p:spPr>
        <p:txBody>
          <a:bodyPr vert="horz" lIns="91440" tIns="45720" rIns="91440" bIns="45720" rtlCol="0" anchor="t">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lang="de-DE" sz="22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en-US">
                <a:cs typeface="Arial"/>
              </a:rPr>
              <a:t>Storage class</a:t>
            </a:r>
          </a:p>
        </p:txBody>
      </p:sp>
      <p:sp>
        <p:nvSpPr>
          <p:cNvPr id="13" name="Text Placeholder 7">
            <a:extLst>
              <a:ext uri="{FF2B5EF4-FFF2-40B4-BE49-F238E27FC236}">
                <a16:creationId xmlns:a16="http://schemas.microsoft.com/office/drawing/2014/main" id="{81B42DC8-62F5-A80F-5064-F35535525B08}"/>
              </a:ext>
            </a:extLst>
          </p:cNvPr>
          <p:cNvSpPr txBox="1">
            <a:spLocks/>
          </p:cNvSpPr>
          <p:nvPr/>
        </p:nvSpPr>
        <p:spPr>
          <a:xfrm>
            <a:off x="4846320" y="4873498"/>
            <a:ext cx="6125228" cy="1682750"/>
          </a:xfrm>
          <a:prstGeom prst="rect">
            <a:avLst/>
          </a:prstGeom>
        </p:spPr>
        <p:txBody>
          <a:bodyPr vert="horz" lIns="91440" tIns="45720" rIns="91440" bIns="45720" rtlCol="0" anchor="t">
            <a:noAutofit/>
          </a:bodyPr>
          <a:lstStyle>
            <a:defPPr>
              <a:defRPr lang="de-DE"/>
            </a:defPPr>
            <a:lvl1pPr marL="283464" indent="-283464" algn="l" defTabSz="914400" rtl="0" eaLnBrk="1" latinLnBrk="0" hangingPunct="1">
              <a:lnSpc>
                <a:spcPct val="150000"/>
              </a:lnSpc>
              <a:spcBef>
                <a:spcPts val="0"/>
              </a:spcBef>
              <a:buFont typeface="Arial" panose="020B0604020202020204" pitchFamily="34" charset="0"/>
              <a:buChar char="•"/>
              <a:defRPr lang="de-DE" sz="1600" kern="1200">
                <a:solidFill>
                  <a:schemeClr val="tx2"/>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lang="de-DE" sz="1600" kern="1200">
                <a:solidFill>
                  <a:schemeClr val="tx2"/>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lang="de-DE" sz="1600" kern="1200">
                <a:solidFill>
                  <a:schemeClr val="tx2"/>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lang="de-DE" sz="1600" kern="1200">
                <a:solidFill>
                  <a:schemeClr val="tx2"/>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lang="de-DE"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283210" indent="-283210"/>
            <a:r>
              <a:rPr lang="en-US">
                <a:cs typeface="Arial"/>
              </a:rPr>
              <a:t>The “</a:t>
            </a:r>
            <a:r>
              <a:rPr lang="en-US" i="1" err="1">
                <a:cs typeface="Arial"/>
              </a:rPr>
              <a:t>storageManagement</a:t>
            </a:r>
            <a:r>
              <a:rPr lang="en-US" i="1">
                <a:cs typeface="Arial"/>
              </a:rPr>
              <a:t>”</a:t>
            </a:r>
            <a:r>
              <a:rPr lang="en-US">
                <a:cs typeface="Arial"/>
              </a:rPr>
              <a:t> class is not itself threaded, however all the methods that interact with the storage use the synchronized keyword, making them thread safe, so they can be used by the movement classes safely.</a:t>
            </a:r>
            <a:endParaRPr lang="en-US"/>
          </a:p>
        </p:txBody>
      </p:sp>
    </p:spTree>
    <p:extLst>
      <p:ext uri="{BB962C8B-B14F-4D97-AF65-F5344CB8AC3E}">
        <p14:creationId xmlns:p14="http://schemas.microsoft.com/office/powerpoint/2010/main" val="425653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8B7965-3AE6-B784-28D8-5ECB6017F27B}"/>
              </a:ext>
            </a:extLst>
          </p:cNvPr>
          <p:cNvSpPr>
            <a:spLocks noGrp="1"/>
          </p:cNvSpPr>
          <p:nvPr>
            <p:ph type="sldNum" sz="quarter" idx="12"/>
          </p:nvPr>
        </p:nvSpPr>
        <p:spPr/>
        <p:txBody>
          <a:bodyPr anchor="ctr">
            <a:normAutofit/>
          </a:bodyPr>
          <a:lstStyle/>
          <a:p>
            <a:pPr rtl="0">
              <a:spcAft>
                <a:spcPts val="600"/>
              </a:spcAft>
            </a:pPr>
            <a:fld id="{5BFCF61C-3B18-4C03-8326-CC3B32D710C9}" type="slidenum">
              <a:rPr lang="de-DE" noProof="0" smtClean="0"/>
              <a:pPr rtl="0">
                <a:spcAft>
                  <a:spcPts val="600"/>
                </a:spcAft>
              </a:pPr>
              <a:t>12</a:t>
            </a:fld>
            <a:endParaRPr lang="de-DE" noProof="0"/>
          </a:p>
        </p:txBody>
      </p:sp>
      <p:sp>
        <p:nvSpPr>
          <p:cNvPr id="4" name="Title 3">
            <a:extLst>
              <a:ext uri="{FF2B5EF4-FFF2-40B4-BE49-F238E27FC236}">
                <a16:creationId xmlns:a16="http://schemas.microsoft.com/office/drawing/2014/main" id="{0A737907-2517-9A9B-D173-C840E618E4B2}"/>
              </a:ext>
            </a:extLst>
          </p:cNvPr>
          <p:cNvSpPr>
            <a:spLocks noGrp="1"/>
          </p:cNvSpPr>
          <p:nvPr>
            <p:ph type="title"/>
          </p:nvPr>
        </p:nvSpPr>
        <p:spPr>
          <a:xfrm>
            <a:off x="762" y="1387126"/>
            <a:ext cx="4846320" cy="1682749"/>
          </a:xfrm>
        </p:spPr>
        <p:txBody>
          <a:bodyPr anchor="b">
            <a:normAutofit/>
          </a:bodyPr>
          <a:lstStyle/>
          <a:p>
            <a:r>
              <a:rPr lang="en-US" sz="4200"/>
              <a:t>Unit test results</a:t>
            </a:r>
          </a:p>
        </p:txBody>
      </p:sp>
      <p:pic>
        <p:nvPicPr>
          <p:cNvPr id="13" name="Picture 12">
            <a:extLst>
              <a:ext uri="{FF2B5EF4-FFF2-40B4-BE49-F238E27FC236}">
                <a16:creationId xmlns:a16="http://schemas.microsoft.com/office/drawing/2014/main" id="{14418CE4-4BE6-6881-B60E-42EF44CE60B1}"/>
              </a:ext>
            </a:extLst>
          </p:cNvPr>
          <p:cNvPicPr>
            <a:picLocks noChangeAspect="1"/>
          </p:cNvPicPr>
          <p:nvPr/>
        </p:nvPicPr>
        <p:blipFill>
          <a:blip r:embed="rId2"/>
          <a:srcRect l="95" t="169" r="27197" b="6084"/>
          <a:stretch>
            <a:fillRect/>
          </a:stretch>
        </p:blipFill>
        <p:spPr>
          <a:xfrm>
            <a:off x="3049904" y="144701"/>
            <a:ext cx="9126871" cy="6568598"/>
          </a:xfrm>
          <a:prstGeom prst="rect">
            <a:avLst/>
          </a:prstGeom>
        </p:spPr>
      </p:pic>
      <p:sp>
        <p:nvSpPr>
          <p:cNvPr id="16" name="Footer Placeholder 1">
            <a:extLst>
              <a:ext uri="{FF2B5EF4-FFF2-40B4-BE49-F238E27FC236}">
                <a16:creationId xmlns:a16="http://schemas.microsoft.com/office/drawing/2014/main" id="{DA0C849B-6133-63CF-948B-E76B95A9ED9C}"/>
              </a:ext>
            </a:extLst>
          </p:cNvPr>
          <p:cNvSpPr>
            <a:spLocks noGrp="1"/>
          </p:cNvSpPr>
          <p:nvPr>
            <p:ph type="ftr" sz="quarter" idx="11"/>
          </p:nvPr>
        </p:nvSpPr>
        <p:spPr>
          <a:xfrm>
            <a:off x="423386" y="194596"/>
            <a:ext cx="2626518" cy="488632"/>
          </a:xfrm>
        </p:spPr>
        <p:txBody>
          <a:bodyPr/>
          <a:lstStyle/>
          <a:p>
            <a:r>
              <a:rPr lang="en-US" sz="1100">
                <a:solidFill>
                  <a:srgbClr val="485365"/>
                </a:solidFill>
              </a:rPr>
              <a:t>Automated Industrial Material Storage And Delivery System</a:t>
            </a:r>
            <a:endParaRPr lang="en-US" sz="1100">
              <a:solidFill>
                <a:srgbClr val="000000"/>
              </a:solidFill>
            </a:endParaRPr>
          </a:p>
          <a:p>
            <a:r>
              <a:rPr lang="en-US" sz="1100">
                <a:solidFill>
                  <a:srgbClr val="485365"/>
                </a:solidFill>
              </a:rPr>
              <a:t>Group 5</a:t>
            </a:r>
            <a:endParaRPr lang="de-DE"/>
          </a:p>
        </p:txBody>
      </p:sp>
    </p:spTree>
    <p:extLst>
      <p:ext uri="{BB962C8B-B14F-4D97-AF65-F5344CB8AC3E}">
        <p14:creationId xmlns:p14="http://schemas.microsoft.com/office/powerpoint/2010/main" val="3975001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E45B-8CD5-57F0-D69E-573E1280FE1F}"/>
              </a:ext>
            </a:extLst>
          </p:cNvPr>
          <p:cNvSpPr>
            <a:spLocks noGrp="1"/>
          </p:cNvSpPr>
          <p:nvPr>
            <p:ph type="title"/>
          </p:nvPr>
        </p:nvSpPr>
        <p:spPr>
          <a:xfrm>
            <a:off x="1942729" y="2577592"/>
            <a:ext cx="6675120" cy="1702816"/>
          </a:xfrm>
        </p:spPr>
        <p:txBody>
          <a:bodyPr/>
          <a:lstStyle/>
          <a:p>
            <a:r>
              <a:rPr lang="en-US" dirty="0"/>
              <a:t>Thank you</a:t>
            </a:r>
            <a:endParaRPr lang="es-DO" dirty="0"/>
          </a:p>
        </p:txBody>
      </p:sp>
      <p:sp>
        <p:nvSpPr>
          <p:cNvPr id="4" name="Untertitel 10">
            <a:extLst>
              <a:ext uri="{FF2B5EF4-FFF2-40B4-BE49-F238E27FC236}">
                <a16:creationId xmlns:a16="http://schemas.microsoft.com/office/drawing/2014/main" id="{B6114BAE-7499-9050-4C3C-9DB27746DBA7}"/>
              </a:ext>
            </a:extLst>
          </p:cNvPr>
          <p:cNvSpPr txBox="1">
            <a:spLocks/>
          </p:cNvSpPr>
          <p:nvPr/>
        </p:nvSpPr>
        <p:spPr>
          <a:xfrm>
            <a:off x="4300151" y="5869460"/>
            <a:ext cx="5730371" cy="889686"/>
          </a:xfrm>
          <a:prstGeom prst="rect">
            <a:avLst/>
          </a:prstGeom>
        </p:spPr>
        <p:txBody>
          <a:bodyPr vert="horz" lIns="91440" tIns="45720" rIns="91440" bIns="45720" rtlCol="0" anchor="t">
            <a:noAutofit/>
          </a:bodyPr>
          <a:lstStyle>
            <a:defPPr>
              <a:defRPr lang="de-DE"/>
            </a:defPPr>
            <a:lvl1pPr indent="0" algn="r">
              <a:lnSpc>
                <a:spcPct val="80000"/>
              </a:lnSpc>
              <a:spcBef>
                <a:spcPts val="0"/>
              </a:spcBef>
              <a:buFont typeface="Arial" panose="020B0604020202020204" pitchFamily="34" charset="0"/>
              <a:buNone/>
              <a:defRPr sz="1700" b="1">
                <a:solidFill>
                  <a:schemeClr val="bg1"/>
                </a:solidFill>
                <a:latin typeface="Arial"/>
                <a:cs typeface="Arial"/>
              </a:defRPr>
            </a:lvl1pPr>
            <a:lvl2pPr indent="0" algn="ctr">
              <a:lnSpc>
                <a:spcPct val="90000"/>
              </a:lnSpc>
              <a:spcBef>
                <a:spcPts val="500"/>
              </a:spcBef>
              <a:buFont typeface="Arial" panose="020B0604020202020204" pitchFamily="34" charset="0"/>
              <a:buNone/>
              <a:defRPr sz="2000">
                <a:solidFill>
                  <a:schemeClr val="tx2"/>
                </a:solidFill>
              </a:defRPr>
            </a:lvl2pPr>
            <a:lvl3pPr indent="0" algn="ctr">
              <a:lnSpc>
                <a:spcPct val="90000"/>
              </a:lnSpc>
              <a:spcBef>
                <a:spcPts val="500"/>
              </a:spcBef>
              <a:buFont typeface="Arial" panose="020B0604020202020204" pitchFamily="34" charset="0"/>
              <a:buNone/>
              <a:defRPr>
                <a:solidFill>
                  <a:schemeClr val="tx2"/>
                </a:solidFill>
              </a:defRPr>
            </a:lvl3pPr>
            <a:lvl4pPr indent="0" algn="ctr">
              <a:lnSpc>
                <a:spcPct val="90000"/>
              </a:lnSpc>
              <a:spcBef>
                <a:spcPts val="500"/>
              </a:spcBef>
              <a:buFont typeface="Arial" panose="020B0604020202020204" pitchFamily="34" charset="0"/>
              <a:buNone/>
              <a:defRPr sz="1600">
                <a:solidFill>
                  <a:schemeClr val="tx2"/>
                </a:solidFill>
              </a:defRPr>
            </a:lvl4pPr>
            <a:lvl5pPr indent="0" algn="ctr">
              <a:lnSpc>
                <a:spcPct val="90000"/>
              </a:lnSpc>
              <a:spcBef>
                <a:spcPts val="500"/>
              </a:spcBef>
              <a:buFont typeface="Arial" panose="020B0604020202020204" pitchFamily="34" charset="0"/>
              <a:buNone/>
              <a:defRPr sz="1600">
                <a:solidFill>
                  <a:schemeClr val="tx2"/>
                </a:solidFill>
              </a:defRPr>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en-US" dirty="0"/>
              <a:t>Group 5</a:t>
            </a:r>
          </a:p>
          <a:p>
            <a:endParaRPr lang="en-US" dirty="0"/>
          </a:p>
          <a:p>
            <a:r>
              <a:rPr lang="en-US" dirty="0"/>
              <a:t>Automated Industrial Material Storage And Delivery System</a:t>
            </a:r>
          </a:p>
        </p:txBody>
      </p:sp>
    </p:spTree>
    <p:extLst>
      <p:ext uri="{BB962C8B-B14F-4D97-AF65-F5344CB8AC3E}">
        <p14:creationId xmlns:p14="http://schemas.microsoft.com/office/powerpoint/2010/main" val="198873596"/>
      </p:ext>
    </p:extLst>
  </p:cSld>
  <p:clrMapOvr>
    <a:masterClrMapping/>
  </p:clrMapOvr>
</p:sld>
</file>

<file path=ppt/theme/theme1.xml><?xml version="1.0" encoding="utf-8"?>
<a:theme xmlns:a="http://schemas.openxmlformats.org/drawingml/2006/main" name="Office-Design">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783CE7D-BFC6-4030-A335-E7F88DB66414}">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3.xml><?xml version="1.0" encoding="utf-8"?>
<ds:datastoreItem xmlns:ds="http://schemas.openxmlformats.org/officeDocument/2006/customXml" ds:itemID="{411F98F7-6576-47F1-AD63-56E26C33974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 ds:uri="http://www.w3.org/2000/xmlns/"/>
    <ds:schemaRef ds:uri="http://www.w3.org/2001/XMLSchema-instan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629</Words>
  <Application>Microsoft Office PowerPoint</Application>
  <PresentationFormat>Panorámica</PresentationFormat>
  <Paragraphs>78</Paragraphs>
  <Slides>13</Slides>
  <Notes>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Courier New</vt:lpstr>
      <vt:lpstr>Office-Design</vt:lpstr>
      <vt:lpstr>Capstone Project:  Automated Industrial Material Storage And Delivery System</vt:lpstr>
      <vt:lpstr>Role  Distribution</vt:lpstr>
      <vt:lpstr>Domain Description</vt:lpstr>
      <vt:lpstr>System requirements</vt:lpstr>
      <vt:lpstr>Class diagram</vt:lpstr>
      <vt:lpstr>Presentación de PowerPoint</vt:lpstr>
      <vt:lpstr>Component diagram</vt:lpstr>
      <vt:lpstr>Presentación de PowerPoint</vt:lpstr>
      <vt:lpstr>Management I/O</vt:lpstr>
      <vt:lpstr>User interface</vt:lpstr>
      <vt:lpstr>Concurrency and threads</vt:lpstr>
      <vt:lpstr>Unit test 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Automated Industrial Material Storage And Delivery System</dc:title>
  <dc:creator/>
  <cp:lastModifiedBy>Girsy Guzmán Garcia</cp:lastModifiedBy>
  <cp:revision>1</cp:revision>
  <dcterms:created xsi:type="dcterms:W3CDTF">2025-10-13T19:12:56Z</dcterms:created>
  <dcterms:modified xsi:type="dcterms:W3CDTF">2025-11-14T14:15:29Z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